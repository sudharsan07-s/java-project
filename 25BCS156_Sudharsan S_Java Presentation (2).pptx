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 name="Straight Connector 6"/>
          <p:cNvCxnSpPr/>
          <p:nvPr/>
        </p:nvCxnSpPr>
        <p:spPr>
          <a:xfrm flipV="1">
            <a:off x="761760" y="826200"/>
            <a:ext cx="720" cy="915120"/>
          </a:xfrm>
          <a:prstGeom prst="straightConnector1">
            <a:avLst/>
          </a:prstGeom>
          <a:ln w="19050">
            <a:solidFill>
              <a:srgbClr val="1cade4"/>
            </a:solidFill>
            <a:round/>
          </a:ln>
        </p:spPr>
      </p:cxnSp>
      <p:sp>
        <p:nvSpPr>
          <p:cNvPr id="3" name="PlaceHolder 1"/>
          <p:cNvSpPr>
            <a:spLocks noGrp="1"/>
          </p:cNvSpPr>
          <p:nvPr>
            <p:ph type="dt" idx="1"/>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 </a:t>
            </a:r>
            <a:endParaRPr lang="en-IN" sz="1000" b="0" u="none" strike="noStrike">
              <a:solidFill>
                <a:srgbClr val="000000"/>
              </a:solidFill>
              <a:effectLst/>
              <a:uFillTx/>
              <a:latin typeface="Times New Roman"/>
            </a:endParaRPr>
          </a:p>
        </p:txBody>
      </p:sp>
      <p:sp>
        <p:nvSpPr>
          <p:cNvPr id="4" name="PlaceHolder 2"/>
          <p:cNvSpPr>
            <a:spLocks noGrp="1"/>
          </p:cNvSpPr>
          <p:nvPr>
            <p:ph type="ftr" idx="2"/>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5" name="PlaceHolder 3"/>
          <p:cNvSpPr>
            <a:spLocks noGrp="1"/>
          </p:cNvSpPr>
          <p:nvPr>
            <p:ph type="sldNum" idx="3"/>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5EEB3855-A385-44D0-BE4F-F5C7B9949861}" type="slidenum">
              <a:rPr lang="en-US" sz="1000" b="0" u="none" strike="noStrike">
                <a:solidFill>
                  <a:schemeClr val="dk1">
                    <a:lumMod val="95000"/>
                    <a:lumOff val="5000"/>
                  </a:schemeClr>
                </a:solidFill>
                <a:effectLst/>
                <a:uFillTx/>
                <a:latin typeface="Tw Cen MT Condensed"/>
              </a:rPr>
              <a:t>10</a:t>
            </a:fld>
            <a:endParaRPr lang="en-IN" sz="10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 name="Straight Connector 6"/>
          <p:cNvCxnSpPr/>
          <p:nvPr/>
        </p:nvCxnSpPr>
        <p:spPr>
          <a:xfrm flipV="1">
            <a:off x="761760" y="826200"/>
            <a:ext cx="720" cy="915120"/>
          </a:xfrm>
          <a:prstGeom prst="straightConnector1">
            <a:avLst/>
          </a:prstGeom>
          <a:ln w="19050">
            <a:solidFill>
              <a:srgbClr val="1cade4"/>
            </a:solidFill>
            <a:round/>
          </a:ln>
        </p:spPr>
      </p:cxnSp>
      <p:sp>
        <p:nvSpPr>
          <p:cNvPr id="7" name="PlaceHolder 1"/>
          <p:cNvSpPr>
            <a:spLocks noGrp="1"/>
          </p:cNvSpPr>
          <p:nvPr>
            <p:ph type="title"/>
          </p:nvPr>
        </p:nvSpPr>
        <p:spPr>
          <a:xfrm>
            <a:off x="1024200" y="471600"/>
            <a:ext cx="4388400" cy="1736640"/>
          </a:xfrm>
          <a:prstGeom prst="rect">
            <a:avLst/>
          </a:prstGeom>
          <a:noFill/>
          <a:ln w="0">
            <a:noFill/>
          </a:ln>
        </p:spPr>
        <p:txBody>
          <a:bodyPr lIns="91440" rIns="91440" tIns="45720" bIns="45720" anchor="ctr">
            <a:noAutofit/>
          </a:bodyPr>
          <a:p>
            <a:pPr indent="0" defTabSz="914400">
              <a:lnSpc>
                <a:spcPct val="80000"/>
              </a:lnSpc>
              <a:buNone/>
              <a:tabLst>
                <a:tab algn="l" pos="0"/>
              </a:tabLst>
            </a:pPr>
            <a:r>
              <a:rPr lang="en-US" sz="4000" b="0" u="none" spc="99" strike="noStrike" cap="all">
                <a:solidFill>
                  <a:schemeClr val="dk1">
                    <a:lumMod val="95000"/>
                    <a:lumOff val="5000"/>
                  </a:schemeClr>
                </a:solidFill>
                <a:effectLst/>
                <a:uFillTx/>
                <a:latin typeface="Tw Cen MT Condensed"/>
              </a:rPr>
              <a:t>Click to edit Master title style</a:t>
            </a:r>
            <a:endParaRPr lang="en-IN" sz="4000" b="0" u="none" strike="noStrike">
              <a:solidFill>
                <a:srgbClr val="000000"/>
              </a:solidFill>
              <a:effectLst/>
              <a:uFillTx/>
              <a:latin typeface="Arial"/>
            </a:endParaRPr>
          </a:p>
        </p:txBody>
      </p:sp>
      <p:sp>
        <p:nvSpPr>
          <p:cNvPr id="8" name="PlaceHolder 2"/>
          <p:cNvSpPr>
            <a:spLocks noGrp="1"/>
          </p:cNvSpPr>
          <p:nvPr>
            <p:ph type="body"/>
          </p:nvPr>
        </p:nvSpPr>
        <p:spPr>
          <a:xfrm>
            <a:off x="5715000" y="822960"/>
            <a:ext cx="5677560" cy="5184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lang="en-US" sz="2400" b="0" u="none" strike="noStrike">
                <a:solidFill>
                  <a:schemeClr val="dk1"/>
                </a:solidFill>
                <a:effectLst/>
                <a:uFillTx/>
                <a:latin typeface="Tw Cen MT"/>
              </a:rPr>
              <a:t>Click to edit Master text styles</a:t>
            </a:r>
            <a:endParaRPr lang="en-IN" sz="24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2000" b="0" u="none" strike="noStrike">
                <a:solidFill>
                  <a:schemeClr val="dk1"/>
                </a:solidFill>
                <a:effectLst/>
                <a:uFillTx/>
                <a:latin typeface="Tw Cen MT"/>
              </a:rPr>
              <a:t>Second level</a:t>
            </a:r>
            <a:endParaRPr lang="en-IN" sz="20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600" b="0" u="none" strike="noStrike">
                <a:solidFill>
                  <a:schemeClr val="dk1"/>
                </a:solidFill>
                <a:effectLst/>
                <a:uFillTx/>
                <a:latin typeface="Tw Cen MT"/>
              </a:rPr>
              <a:t>Third level</a:t>
            </a:r>
            <a:endParaRPr lang="en-IN" sz="16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600" b="0" u="none" strike="noStrike">
                <a:solidFill>
                  <a:schemeClr val="dk1"/>
                </a:solidFill>
                <a:effectLst/>
                <a:uFillTx/>
                <a:latin typeface="Tw Cen MT"/>
              </a:rPr>
              <a:t>Fourth level</a:t>
            </a:r>
            <a:endParaRPr lang="en-IN" sz="16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600" b="0" u="none" strike="noStrike">
                <a:solidFill>
                  <a:schemeClr val="dk1"/>
                </a:solidFill>
                <a:effectLst/>
                <a:uFillTx/>
                <a:latin typeface="Tw Cen MT"/>
              </a:rPr>
              <a:t>Fifth level</a:t>
            </a:r>
            <a:endParaRPr lang="en-IN" sz="1600" b="0" u="none" strike="noStrike">
              <a:solidFill>
                <a:srgbClr val="000000"/>
              </a:solidFill>
              <a:effectLst/>
              <a:uFillTx/>
              <a:latin typeface="Arial"/>
            </a:endParaRPr>
          </a:p>
        </p:txBody>
      </p:sp>
      <p:sp>
        <p:nvSpPr>
          <p:cNvPr id="9" name="PlaceHolder 3"/>
          <p:cNvSpPr>
            <a:spLocks noGrp="1"/>
          </p:cNvSpPr>
          <p:nvPr>
            <p:ph type="body"/>
          </p:nvPr>
        </p:nvSpPr>
        <p:spPr>
          <a:xfrm>
            <a:off x="1024200" y="2257560"/>
            <a:ext cx="4388400" cy="3761640"/>
          </a:xfrm>
          <a:prstGeom prst="rect">
            <a:avLst/>
          </a:prstGeom>
          <a:noFill/>
          <a:ln w="0">
            <a:noFill/>
          </a:ln>
        </p:spPr>
        <p:txBody>
          <a:bodyPr lIns="91440" rIns="91440" tIns="45720" bIns="45720" anchor="t">
            <a:normAutofit/>
          </a:bodyPr>
          <a:p>
            <a:pPr indent="0" defTabSz="914400">
              <a:lnSpc>
                <a:spcPct val="108000"/>
              </a:lnSpc>
              <a:spcBef>
                <a:spcPts val="601"/>
              </a:spcBef>
              <a:spcAft>
                <a:spcPts val="201"/>
              </a:spcAft>
              <a:buNone/>
              <a:tabLst>
                <a:tab algn="l" pos="0"/>
              </a:tabLst>
            </a:pPr>
            <a:r>
              <a:rPr lang="en-US" sz="1600" b="0" u="none" strike="noStrike">
                <a:solidFill>
                  <a:schemeClr val="dk1"/>
                </a:solidFill>
                <a:effectLst/>
                <a:uFillTx/>
                <a:latin typeface="Tw Cen MT"/>
              </a:rPr>
              <a:t>Click to edit Master text styles</a:t>
            </a:r>
            <a:endParaRPr lang="en-IN" sz="1600" b="0" u="none" strike="noStrike">
              <a:solidFill>
                <a:srgbClr val="000000"/>
              </a:solidFill>
              <a:effectLst/>
              <a:uFillTx/>
              <a:latin typeface="Arial"/>
            </a:endParaRPr>
          </a:p>
        </p:txBody>
      </p:sp>
      <p:sp>
        <p:nvSpPr>
          <p:cNvPr id="10" name="PlaceHolder 4"/>
          <p:cNvSpPr>
            <a:spLocks noGrp="1"/>
          </p:cNvSpPr>
          <p:nvPr>
            <p:ph type="dt" idx="4"/>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11" name="PlaceHolder 5"/>
          <p:cNvSpPr>
            <a:spLocks noGrp="1"/>
          </p:cNvSpPr>
          <p:nvPr>
            <p:ph type="ftr" idx="5"/>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A534F847-C4BF-4B18-B098-FA31BAEDB552}"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3" name="Straight Connector 6"/>
          <p:cNvCxnSpPr/>
          <p:nvPr/>
        </p:nvCxnSpPr>
        <p:spPr>
          <a:xfrm flipV="1">
            <a:off x="761760" y="826200"/>
            <a:ext cx="720" cy="915120"/>
          </a:xfrm>
          <a:prstGeom prst="straightConnector1">
            <a:avLst/>
          </a:prstGeom>
          <a:ln w="19050">
            <a:solidFill>
              <a:srgbClr val="1cade4"/>
            </a:solidFill>
            <a:round/>
          </a:ln>
        </p:spPr>
      </p:cxnSp>
      <p:sp>
        <p:nvSpPr>
          <p:cNvPr id="14" name="PlaceHolder 1"/>
          <p:cNvSpPr>
            <a:spLocks noGrp="1"/>
          </p:cNvSpPr>
          <p:nvPr>
            <p:ph type="title"/>
          </p:nvPr>
        </p:nvSpPr>
        <p:spPr>
          <a:xfrm>
            <a:off x="457200" y="4960080"/>
            <a:ext cx="7771680" cy="1462320"/>
          </a:xfrm>
          <a:prstGeom prst="rect">
            <a:avLst/>
          </a:prstGeom>
          <a:noFill/>
          <a:ln w="0">
            <a:noFill/>
          </a:ln>
        </p:spPr>
        <p:txBody>
          <a:bodyPr lIns="91440" rIns="91440" tIns="45720" bIns="45720" anchor="ctr">
            <a:normAutofit/>
          </a:bodyPr>
          <a:p>
            <a:pPr indent="0" algn="r" defTabSz="914400">
              <a:lnSpc>
                <a:spcPct val="80000"/>
              </a:lnSpc>
              <a:buNone/>
              <a:tabLst>
                <a:tab algn="l" pos="0"/>
              </a:tabLst>
            </a:pPr>
            <a:r>
              <a:rPr lang="en-US" sz="5000" b="0" u="none" spc="201"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15" name="PlaceHolder 2"/>
          <p:cNvSpPr>
            <a:spLocks noGrp="1"/>
          </p:cNvSpPr>
          <p:nvPr>
            <p:ph type="body"/>
          </p:nvPr>
        </p:nvSpPr>
        <p:spPr>
          <a:xfrm>
            <a:off x="0" y="0"/>
            <a:ext cx="12188160" cy="4571280"/>
          </a:xfrm>
          <a:prstGeom prst="rect">
            <a:avLst/>
          </a:prstGeom>
          <a:solidFill>
            <a:schemeClr val="accent1">
              <a:lumMod val="60000"/>
              <a:lumOff val="40000"/>
            </a:schemeClr>
          </a:solidFill>
          <a:ln w="0">
            <a:noFill/>
          </a:ln>
        </p:spPr>
        <p:txBody>
          <a:bodyPr lIns="457200" rIns="45720" tIns="365760" bIns="45720" anchor="t">
            <a:noAutofit/>
          </a:bodyPr>
          <a:p>
            <a:pPr indent="0" defTabSz="457200">
              <a:lnSpc>
                <a:spcPct val="100000"/>
              </a:lnSpc>
              <a:buNone/>
              <a:tabLst>
                <a:tab algn="l" pos="0"/>
              </a:tabLst>
            </a:pPr>
            <a:r>
              <a:rPr lang="en-US" sz="3200" b="0" u="none" strike="noStrike">
                <a:solidFill>
                  <a:schemeClr val="dk1"/>
                </a:solidFill>
                <a:effectLst/>
                <a:uFillTx/>
                <a:latin typeface="Tw Cen MT"/>
              </a:rPr>
              <a:t>Click icon to add picture</a:t>
            </a:r>
            <a:endParaRPr lang="en-IN" sz="3200" b="0" u="none" strike="noStrike">
              <a:solidFill>
                <a:srgbClr val="000000"/>
              </a:solidFill>
              <a:effectLst/>
              <a:uFillTx/>
              <a:latin typeface="Arial"/>
            </a:endParaRPr>
          </a:p>
        </p:txBody>
      </p:sp>
      <p:sp>
        <p:nvSpPr>
          <p:cNvPr id="16" name="PlaceHolder 3"/>
          <p:cNvSpPr>
            <a:spLocks noGrp="1"/>
          </p:cNvSpPr>
          <p:nvPr>
            <p:ph type="body"/>
          </p:nvPr>
        </p:nvSpPr>
        <p:spPr>
          <a:xfrm>
            <a:off x="8610480" y="4960080"/>
            <a:ext cx="3199680" cy="146232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lang="en-US" sz="1800" b="0" u="none" strike="noStrike">
                <a:solidFill>
                  <a:schemeClr val="dk1">
                    <a:lumMod val="95000"/>
                    <a:lumOff val="5000"/>
                  </a:schemeClr>
                </a:solidFill>
                <a:effectLst/>
                <a:uFillTx/>
                <a:latin typeface="Tw Cen MT"/>
              </a:rPr>
              <a:t>Click to edit Master text styles</a:t>
            </a:r>
            <a:endParaRPr lang="en-IN" sz="1800" b="0" u="none" strike="noStrike">
              <a:solidFill>
                <a:srgbClr val="000000"/>
              </a:solidFill>
              <a:effectLst/>
              <a:uFillTx/>
              <a:latin typeface="Arial"/>
            </a:endParaRPr>
          </a:p>
        </p:txBody>
      </p:sp>
      <p:sp>
        <p:nvSpPr>
          <p:cNvPr id="17" name="PlaceHolder 4"/>
          <p:cNvSpPr>
            <a:spLocks noGrp="1"/>
          </p:cNvSpPr>
          <p:nvPr>
            <p:ph type="dt" idx="7"/>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18" name="PlaceHolder 5"/>
          <p:cNvSpPr>
            <a:spLocks noGrp="1"/>
          </p:cNvSpPr>
          <p:nvPr>
            <p:ph type="ftr" idx="8"/>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9" name="PlaceHolder 6"/>
          <p:cNvSpPr>
            <a:spLocks noGrp="1"/>
          </p:cNvSpPr>
          <p:nvPr>
            <p:ph type="sldNum" idx="9"/>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0F7F40AF-4AF4-48F0-85CC-2028F5333D6E}"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cxnSp>
        <p:nvCxnSpPr>
          <p:cNvPr id="20" name="Straight Connector 7"/>
          <p:cNvCxnSpPr/>
          <p:nvPr/>
        </p:nvCxnSpPr>
        <p:spPr>
          <a:xfrm flipV="1">
            <a:off x="8386560" y="5263920"/>
            <a:ext cx="720" cy="915120"/>
          </a:xfrm>
          <a:prstGeom prst="straightConnector1">
            <a:avLst/>
          </a:prstGeom>
          <a:ln w="19050">
            <a:solidFill>
              <a:srgbClr val="1cade4"/>
            </a:solidFill>
            <a:round/>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1" name="Straight Connector 6"/>
          <p:cNvCxnSpPr/>
          <p:nvPr/>
        </p:nvCxnSpPr>
        <p:spPr>
          <a:xfrm flipV="1">
            <a:off x="761760" y="826200"/>
            <a:ext cx="720" cy="915120"/>
          </a:xfrm>
          <a:prstGeom prst="straightConnector1">
            <a:avLst/>
          </a:prstGeom>
          <a:ln w="19050">
            <a:solidFill>
              <a:srgbClr val="1cade4"/>
            </a:solidFill>
            <a:round/>
          </a:ln>
        </p:spPr>
      </p:cxnSp>
      <p:sp>
        <p:nvSpPr>
          <p:cNvPr id="22" name="Rectangle 9"/>
          <p:cNvSpPr/>
          <p:nvPr/>
        </p:nvSpPr>
        <p:spPr>
          <a:xfrm>
            <a:off x="0" y="0"/>
            <a:ext cx="12191400" cy="457128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lang="en-IN" sz="1800" b="0" u="none" strike="noStrike">
              <a:solidFill>
                <a:srgbClr val="ffffff"/>
              </a:solidFill>
              <a:effectLst/>
              <a:uFillTx/>
              <a:latin typeface="Arial"/>
            </a:endParaRPr>
          </a:p>
        </p:txBody>
      </p:sp>
      <p:sp>
        <p:nvSpPr>
          <p:cNvPr id="23" name="Oval 5"/>
          <p:cNvSpPr/>
          <p:nvPr/>
        </p:nvSpPr>
        <p:spPr>
          <a:xfrm>
            <a:off x="0" y="0"/>
            <a:ext cx="12191400" cy="4571280"/>
          </a:xfrm>
          <a:custGeom>
            <a:avLst/>
            <a:gdLst>
              <a:gd name="textAreaLeft" fmla="*/ 0 w 12191400"/>
              <a:gd name="textAreaRight" fmla="*/ 12192120 w 12191400"/>
              <a:gd name="textAreaTop" fmla="*/ 0 h 4571280"/>
              <a:gd name="textAreaBottom" fmla="*/ 4572000 h 457128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24" name="PlaceHolder 1"/>
          <p:cNvSpPr>
            <a:spLocks noGrp="1"/>
          </p:cNvSpPr>
          <p:nvPr>
            <p:ph type="title"/>
          </p:nvPr>
        </p:nvSpPr>
        <p:spPr>
          <a:xfrm>
            <a:off x="457200" y="4960080"/>
            <a:ext cx="7771680" cy="1462320"/>
          </a:xfrm>
          <a:prstGeom prst="rect">
            <a:avLst/>
          </a:prstGeom>
          <a:noFill/>
          <a:ln w="0">
            <a:noFill/>
          </a:ln>
        </p:spPr>
        <p:txBody>
          <a:bodyPr lIns="91440" rIns="91440" tIns="45720" bIns="45720" anchor="ctr">
            <a:normAutofit/>
          </a:bodyPr>
          <a:p>
            <a:pPr indent="0" algn="r" defTabSz="914400">
              <a:lnSpc>
                <a:spcPct val="80000"/>
              </a:lnSpc>
              <a:buNone/>
              <a:tabLst>
                <a:tab algn="l" pos="0"/>
              </a:tabLst>
            </a:pPr>
            <a:r>
              <a:rPr lang="en-US" sz="5000" b="0" u="none" spc="201"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25" name="PlaceHolder 2"/>
          <p:cNvSpPr>
            <a:spLocks noGrp="1"/>
          </p:cNvSpPr>
          <p:nvPr>
            <p:ph type="dt" idx="10"/>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26" name="PlaceHolder 3"/>
          <p:cNvSpPr>
            <a:spLocks noGrp="1"/>
          </p:cNvSpPr>
          <p:nvPr>
            <p:ph type="ftr" idx="11"/>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4"/>
          <p:cNvSpPr>
            <a:spLocks noGrp="1"/>
          </p:cNvSpPr>
          <p:nvPr>
            <p:ph type="sldNum" idx="12"/>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C4112ECE-A98D-4D50-B537-827C7125E1F2}"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cxnSp>
        <p:nvCxnSpPr>
          <p:cNvPr id="28" name="Straight Connector 7"/>
          <p:cNvCxnSpPr/>
          <p:nvPr/>
        </p:nvCxnSpPr>
        <p:spPr>
          <a:xfrm flipV="1">
            <a:off x="8386560" y="5263920"/>
            <a:ext cx="720" cy="915120"/>
          </a:xfrm>
          <a:prstGeom prst="straightConnector1">
            <a:avLst/>
          </a:prstGeom>
          <a:ln w="19050">
            <a:solidFill>
              <a:srgbClr val="1482ac"/>
            </a:solidFill>
            <a:round/>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9" name="Straight Connector 6"/>
          <p:cNvCxnSpPr/>
          <p:nvPr/>
        </p:nvCxnSpPr>
        <p:spPr>
          <a:xfrm flipV="1">
            <a:off x="761760" y="826200"/>
            <a:ext cx="720" cy="915120"/>
          </a:xfrm>
          <a:prstGeom prst="straightConnector1">
            <a:avLst/>
          </a:prstGeom>
          <a:ln w="19050">
            <a:solidFill>
              <a:srgbClr val="1cade4"/>
            </a:solidFill>
            <a:round/>
          </a:ln>
        </p:spPr>
      </p:cxnSp>
      <p:sp>
        <p:nvSpPr>
          <p:cNvPr id="30"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lang="en-US" sz="5000" b="0" u="none" spc="99"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31" name="PlaceHolder 2"/>
          <p:cNvSpPr>
            <a:spLocks noGrp="1"/>
          </p:cNvSpPr>
          <p:nvPr>
            <p:ph type="body"/>
          </p:nvPr>
        </p:nvSpPr>
        <p:spPr>
          <a:xfrm>
            <a:off x="1024200" y="2286000"/>
            <a:ext cx="9719280" cy="402264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32" name="PlaceHolder 3"/>
          <p:cNvSpPr>
            <a:spLocks noGrp="1"/>
          </p:cNvSpPr>
          <p:nvPr>
            <p:ph type="dt" idx="13"/>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33" name="PlaceHolder 4"/>
          <p:cNvSpPr>
            <a:spLocks noGrp="1"/>
          </p:cNvSpPr>
          <p:nvPr>
            <p:ph type="ftr" idx="14"/>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 name="PlaceHolder 5"/>
          <p:cNvSpPr>
            <a:spLocks noGrp="1"/>
          </p:cNvSpPr>
          <p:nvPr>
            <p:ph type="sldNum" idx="15"/>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EB6A2CE5-CD07-4B39-9468-F1FBF93E5B92}"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35" name="Straight Connector 6"/>
          <p:cNvCxnSpPr/>
          <p:nvPr/>
        </p:nvCxnSpPr>
        <p:spPr>
          <a:xfrm flipV="1">
            <a:off x="761760" y="826200"/>
            <a:ext cx="720" cy="915120"/>
          </a:xfrm>
          <a:prstGeom prst="straightConnector1">
            <a:avLst/>
          </a:prstGeom>
          <a:ln w="19050">
            <a:solidFill>
              <a:srgbClr val="1cade4"/>
            </a:solidFill>
            <a:round/>
          </a:ln>
        </p:spPr>
      </p:cxnSp>
      <p:sp>
        <p:nvSpPr>
          <p:cNvPr id="36" name="PlaceHolder 1"/>
          <p:cNvSpPr>
            <a:spLocks noGrp="1"/>
          </p:cNvSpPr>
          <p:nvPr>
            <p:ph type="title"/>
          </p:nvPr>
        </p:nvSpPr>
        <p:spPr>
          <a:xfrm>
            <a:off x="8724960" y="762120"/>
            <a:ext cx="2628360" cy="5409360"/>
          </a:xfrm>
          <a:prstGeom prst="rect">
            <a:avLst/>
          </a:prstGeom>
          <a:noFill/>
          <a:ln w="0">
            <a:noFill/>
          </a:ln>
        </p:spPr>
        <p:txBody>
          <a:bodyPr lIns="45720" rIns="45720" tIns="91440" bIns="91440" anchor="ctr" vert="eaVert">
            <a:noAutofit/>
          </a:bodyPr>
          <a:p>
            <a:pPr indent="0" defTabSz="914400">
              <a:lnSpc>
                <a:spcPct val="80000"/>
              </a:lnSpc>
              <a:buNone/>
              <a:tabLst>
                <a:tab algn="l" pos="0"/>
              </a:tabLst>
            </a:pPr>
            <a:r>
              <a:rPr lang="en-US" sz="5000" b="0" u="none" spc="99"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37" name="PlaceHolder 2"/>
          <p:cNvSpPr>
            <a:spLocks noGrp="1"/>
          </p:cNvSpPr>
          <p:nvPr>
            <p:ph type="body"/>
          </p:nvPr>
        </p:nvSpPr>
        <p:spPr>
          <a:xfrm>
            <a:off x="990720" y="762120"/>
            <a:ext cx="7581240" cy="540936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38" name="PlaceHolder 3"/>
          <p:cNvSpPr>
            <a:spLocks noGrp="1"/>
          </p:cNvSpPr>
          <p:nvPr>
            <p:ph type="dt" idx="16"/>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39" name="PlaceHolder 4"/>
          <p:cNvSpPr>
            <a:spLocks noGrp="1"/>
          </p:cNvSpPr>
          <p:nvPr>
            <p:ph type="ftr" idx="17"/>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0" name="PlaceHolder 5"/>
          <p:cNvSpPr>
            <a:spLocks noGrp="1"/>
          </p:cNvSpPr>
          <p:nvPr>
            <p:ph type="sldNum" idx="18"/>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CEA416D2-D380-461A-9515-2F6C5580A1EF}"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cxnSp>
        <p:nvCxnSpPr>
          <p:cNvPr id="41" name="Straight Connector 6"/>
          <p:cNvCxnSpPr/>
          <p:nvPr/>
        </p:nvCxnSpPr>
        <p:spPr>
          <a:xfrm>
            <a:off x="9601200" y="516240"/>
            <a:ext cx="915120" cy="720"/>
          </a:xfrm>
          <a:prstGeom prst="straightConnector1">
            <a:avLst/>
          </a:prstGeom>
          <a:ln w="19050">
            <a:solidFill>
              <a:srgbClr val="1cade4"/>
            </a:solidFill>
            <a:round/>
          </a:ln>
        </p:spPr>
      </p:cxn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2" name="Straight Connector 6"/>
          <p:cNvCxnSpPr/>
          <p:nvPr/>
        </p:nvCxnSpPr>
        <p:spPr>
          <a:xfrm flipV="1">
            <a:off x="761760" y="826200"/>
            <a:ext cx="720" cy="915120"/>
          </a:xfrm>
          <a:prstGeom prst="straightConnector1">
            <a:avLst/>
          </a:prstGeom>
          <a:ln w="19050">
            <a:solidFill>
              <a:srgbClr val="1cade4"/>
            </a:solidFill>
            <a:round/>
          </a:ln>
        </p:spPr>
      </p:cxnSp>
      <p:sp>
        <p:nvSpPr>
          <p:cNvPr id="43"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lang="en-US" sz="5000" b="0" u="none" spc="99"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44" name="PlaceHolder 2"/>
          <p:cNvSpPr>
            <a:spLocks noGrp="1"/>
          </p:cNvSpPr>
          <p:nvPr>
            <p:ph type="body"/>
          </p:nvPr>
        </p:nvSpPr>
        <p:spPr>
          <a:xfrm>
            <a:off x="1024200" y="2286000"/>
            <a:ext cx="9719280" cy="402264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45" name="PlaceHolder 3"/>
          <p:cNvSpPr>
            <a:spLocks noGrp="1"/>
          </p:cNvSpPr>
          <p:nvPr>
            <p:ph type="dt" idx="19"/>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46" name="PlaceHolder 4"/>
          <p:cNvSpPr>
            <a:spLocks noGrp="1"/>
          </p:cNvSpPr>
          <p:nvPr>
            <p:ph type="ftr" idx="20"/>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7" name="PlaceHolder 5"/>
          <p:cNvSpPr>
            <a:spLocks noGrp="1"/>
          </p:cNvSpPr>
          <p:nvPr>
            <p:ph type="sldNum" idx="21"/>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2C957BD3-FAA0-4674-AF06-134F489DD80D}"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8" name="Straight Connector 6"/>
          <p:cNvCxnSpPr/>
          <p:nvPr/>
        </p:nvCxnSpPr>
        <p:spPr>
          <a:xfrm flipV="1">
            <a:off x="761760" y="826200"/>
            <a:ext cx="720" cy="915120"/>
          </a:xfrm>
          <a:prstGeom prst="straightConnector1">
            <a:avLst/>
          </a:prstGeom>
          <a:ln w="19050">
            <a:solidFill>
              <a:srgbClr val="1cade4"/>
            </a:solidFill>
            <a:round/>
          </a:ln>
        </p:spPr>
      </p:cxnSp>
      <p:sp>
        <p:nvSpPr>
          <p:cNvPr id="49" name="Rectangle 8"/>
          <p:cNvSpPr/>
          <p:nvPr/>
        </p:nvSpPr>
        <p:spPr>
          <a:xfrm>
            <a:off x="0" y="0"/>
            <a:ext cx="12191400" cy="45712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lang="en-IN" sz="1800" b="0" u="none" strike="noStrike">
              <a:solidFill>
                <a:srgbClr val="ffffff"/>
              </a:solidFill>
              <a:effectLst/>
              <a:uFillTx/>
              <a:latin typeface="Arial"/>
            </a:endParaRPr>
          </a:p>
        </p:txBody>
      </p:sp>
      <p:sp>
        <p:nvSpPr>
          <p:cNvPr id="50" name="Oval 5"/>
          <p:cNvSpPr/>
          <p:nvPr/>
        </p:nvSpPr>
        <p:spPr>
          <a:xfrm>
            <a:off x="0" y="0"/>
            <a:ext cx="12191400" cy="4571280"/>
          </a:xfrm>
          <a:custGeom>
            <a:avLst/>
            <a:gdLst>
              <a:gd name="textAreaLeft" fmla="*/ 0 w 12191400"/>
              <a:gd name="textAreaRight" fmla="*/ 12192120 w 12191400"/>
              <a:gd name="textAreaTop" fmla="*/ 0 h 4571280"/>
              <a:gd name="textAreaBottom" fmla="*/ 4572000 h 457128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lang="en-IN" sz="1800" b="0" u="none" strike="noStrike">
              <a:solidFill>
                <a:srgbClr val="000000"/>
              </a:solidFill>
              <a:effectLst/>
              <a:uFillTx/>
              <a:latin typeface="Arial"/>
            </a:endParaRPr>
          </a:p>
        </p:txBody>
      </p:sp>
      <p:sp>
        <p:nvSpPr>
          <p:cNvPr id="51" name="PlaceHolder 1"/>
          <p:cNvSpPr>
            <a:spLocks noGrp="1"/>
          </p:cNvSpPr>
          <p:nvPr>
            <p:ph type="title"/>
          </p:nvPr>
        </p:nvSpPr>
        <p:spPr>
          <a:xfrm>
            <a:off x="457200" y="4960080"/>
            <a:ext cx="7771680" cy="1462320"/>
          </a:xfrm>
          <a:prstGeom prst="rect">
            <a:avLst/>
          </a:prstGeom>
          <a:noFill/>
          <a:ln w="0">
            <a:noFill/>
          </a:ln>
        </p:spPr>
        <p:txBody>
          <a:bodyPr lIns="91440" rIns="91440" tIns="45720" bIns="45720" anchor="ctr">
            <a:normAutofit/>
          </a:bodyPr>
          <a:p>
            <a:pPr indent="0" algn="r" defTabSz="914400">
              <a:lnSpc>
                <a:spcPct val="80000"/>
              </a:lnSpc>
              <a:buNone/>
              <a:tabLst>
                <a:tab algn="l" pos="0"/>
              </a:tabLst>
            </a:pPr>
            <a:r>
              <a:rPr lang="en-US" sz="5000" b="0" u="none" spc="201"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52" name="PlaceHolder 2"/>
          <p:cNvSpPr>
            <a:spLocks noGrp="1"/>
          </p:cNvSpPr>
          <p:nvPr>
            <p:ph type="body"/>
          </p:nvPr>
        </p:nvSpPr>
        <p:spPr>
          <a:xfrm>
            <a:off x="8610480" y="4960080"/>
            <a:ext cx="3199680" cy="146232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lang="en-US" sz="1800" b="0" u="none" strike="noStrike">
                <a:solidFill>
                  <a:schemeClr val="dk1">
                    <a:lumMod val="95000"/>
                    <a:lumOff val="5000"/>
                  </a:schemeClr>
                </a:solidFill>
                <a:effectLst/>
                <a:uFillTx/>
                <a:latin typeface="Tw Cen MT"/>
              </a:rPr>
              <a:t>Click to edit Master text styles</a:t>
            </a:r>
            <a:endParaRPr lang="en-IN" sz="1800" b="0" u="none" strike="noStrike">
              <a:solidFill>
                <a:srgbClr val="000000"/>
              </a:solidFill>
              <a:effectLst/>
              <a:uFillTx/>
              <a:latin typeface="Arial"/>
            </a:endParaRPr>
          </a:p>
        </p:txBody>
      </p:sp>
      <p:sp>
        <p:nvSpPr>
          <p:cNvPr id="53" name="PlaceHolder 3"/>
          <p:cNvSpPr>
            <a:spLocks noGrp="1"/>
          </p:cNvSpPr>
          <p:nvPr>
            <p:ph type="dt" idx="22"/>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54" name="PlaceHolder 4"/>
          <p:cNvSpPr>
            <a:spLocks noGrp="1"/>
          </p:cNvSpPr>
          <p:nvPr>
            <p:ph type="ftr" idx="23"/>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5" name="PlaceHolder 5"/>
          <p:cNvSpPr>
            <a:spLocks noGrp="1"/>
          </p:cNvSpPr>
          <p:nvPr>
            <p:ph type="sldNum" idx="24"/>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52327CEE-279D-4811-A3FF-B4129CA4E4D2}"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cxnSp>
        <p:nvCxnSpPr>
          <p:cNvPr id="56" name="Straight Connector 7"/>
          <p:cNvCxnSpPr/>
          <p:nvPr/>
        </p:nvCxnSpPr>
        <p:spPr>
          <a:xfrm flipV="1">
            <a:off x="8386560" y="5263920"/>
            <a:ext cx="720" cy="915120"/>
          </a:xfrm>
          <a:prstGeom prst="straightConnector1">
            <a:avLst/>
          </a:prstGeom>
          <a:ln w="19050">
            <a:solidFill>
              <a:srgbClr val="1482ac"/>
            </a:solidFill>
            <a:round/>
          </a:ln>
        </p:spPr>
      </p:cxn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7" name="Straight Connector 6"/>
          <p:cNvCxnSpPr/>
          <p:nvPr/>
        </p:nvCxnSpPr>
        <p:spPr>
          <a:xfrm flipV="1">
            <a:off x="761760" y="826200"/>
            <a:ext cx="720" cy="915120"/>
          </a:xfrm>
          <a:prstGeom prst="straightConnector1">
            <a:avLst/>
          </a:prstGeom>
          <a:ln w="19050">
            <a:solidFill>
              <a:srgbClr val="1cade4"/>
            </a:solidFill>
            <a:round/>
          </a:ln>
        </p:spPr>
      </p:cxnSp>
      <p:sp>
        <p:nvSpPr>
          <p:cNvPr id="58"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lang="en-US" sz="5000" b="0" u="none" spc="99"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59" name="PlaceHolder 2"/>
          <p:cNvSpPr>
            <a:spLocks noGrp="1"/>
          </p:cNvSpPr>
          <p:nvPr>
            <p:ph type="body"/>
          </p:nvPr>
        </p:nvSpPr>
        <p:spPr>
          <a:xfrm>
            <a:off x="1024200" y="2286000"/>
            <a:ext cx="4754160" cy="402264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60" name="PlaceHolder 3"/>
          <p:cNvSpPr>
            <a:spLocks noGrp="1"/>
          </p:cNvSpPr>
          <p:nvPr>
            <p:ph type="body"/>
          </p:nvPr>
        </p:nvSpPr>
        <p:spPr>
          <a:xfrm>
            <a:off x="5989320" y="2286000"/>
            <a:ext cx="4754160" cy="402264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61" name="PlaceHolder 4"/>
          <p:cNvSpPr>
            <a:spLocks noGrp="1"/>
          </p:cNvSpPr>
          <p:nvPr>
            <p:ph type="dt" idx="25"/>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62" name="PlaceHolder 5"/>
          <p:cNvSpPr>
            <a:spLocks noGrp="1"/>
          </p:cNvSpPr>
          <p:nvPr>
            <p:ph type="ftr" idx="26"/>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3" name="PlaceHolder 6"/>
          <p:cNvSpPr>
            <a:spLocks noGrp="1"/>
          </p:cNvSpPr>
          <p:nvPr>
            <p:ph type="sldNum" idx="27"/>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7B2F3531-10ED-46F5-B6D2-B9B96C09E7E2}"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4" name="Straight Connector 6"/>
          <p:cNvCxnSpPr/>
          <p:nvPr/>
        </p:nvCxnSpPr>
        <p:spPr>
          <a:xfrm flipV="1">
            <a:off x="761760" y="826200"/>
            <a:ext cx="720" cy="915120"/>
          </a:xfrm>
          <a:prstGeom prst="straightConnector1">
            <a:avLst/>
          </a:prstGeom>
          <a:ln w="19050">
            <a:solidFill>
              <a:srgbClr val="1cade4"/>
            </a:solidFill>
            <a:round/>
          </a:ln>
        </p:spPr>
      </p:cxnSp>
      <p:sp>
        <p:nvSpPr>
          <p:cNvPr id="65"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lang="en-US" sz="5000" b="0" u="none" spc="99"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66" name="PlaceHolder 2"/>
          <p:cNvSpPr>
            <a:spLocks noGrp="1"/>
          </p:cNvSpPr>
          <p:nvPr>
            <p:ph type="body"/>
          </p:nvPr>
        </p:nvSpPr>
        <p:spPr>
          <a:xfrm>
            <a:off x="1024200" y="2179800"/>
            <a:ext cx="4754160" cy="822240"/>
          </a:xfrm>
          <a:prstGeom prst="rect">
            <a:avLst/>
          </a:prstGeom>
          <a:noFill/>
          <a:ln w="0">
            <a:noFill/>
          </a:ln>
        </p:spPr>
        <p:txBody>
          <a:bodyPr lIns="137160" rIns="137160" tIns="45720" bIns="45720" anchor="ctr">
            <a:normAutofit/>
          </a:bodyPr>
          <a:p>
            <a:pPr indent="0" defTabSz="914400">
              <a:lnSpc>
                <a:spcPct val="90000"/>
              </a:lnSpc>
              <a:buNone/>
              <a:tabLst>
                <a:tab algn="l" pos="0"/>
              </a:tabLst>
            </a:pPr>
            <a:r>
              <a:rPr lang="en-US" sz="2300" b="0" u="none" strike="noStrike">
                <a:solidFill>
                  <a:schemeClr val="accent1"/>
                </a:solidFill>
                <a:effectLst/>
                <a:uFillTx/>
                <a:latin typeface="Tw Cen MT"/>
              </a:rPr>
              <a:t>Click to edit Master text styles</a:t>
            </a:r>
            <a:endParaRPr lang="en-IN" sz="2300" b="0" u="none" strike="noStrike">
              <a:solidFill>
                <a:srgbClr val="000000"/>
              </a:solidFill>
              <a:effectLst/>
              <a:uFillTx/>
              <a:latin typeface="Arial"/>
            </a:endParaRPr>
          </a:p>
        </p:txBody>
      </p:sp>
      <p:sp>
        <p:nvSpPr>
          <p:cNvPr id="67" name="PlaceHolder 3"/>
          <p:cNvSpPr>
            <a:spLocks noGrp="1"/>
          </p:cNvSpPr>
          <p:nvPr>
            <p:ph type="body"/>
          </p:nvPr>
        </p:nvSpPr>
        <p:spPr>
          <a:xfrm>
            <a:off x="1024200" y="2967840"/>
            <a:ext cx="4754160" cy="33408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68" name="PlaceHolder 4"/>
          <p:cNvSpPr>
            <a:spLocks noGrp="1"/>
          </p:cNvSpPr>
          <p:nvPr>
            <p:ph type="body"/>
          </p:nvPr>
        </p:nvSpPr>
        <p:spPr>
          <a:xfrm>
            <a:off x="5990760" y="2179800"/>
            <a:ext cx="4754160" cy="822240"/>
          </a:xfrm>
          <a:prstGeom prst="rect">
            <a:avLst/>
          </a:prstGeom>
          <a:noFill/>
          <a:ln w="0">
            <a:noFill/>
          </a:ln>
        </p:spPr>
        <p:txBody>
          <a:bodyPr lIns="137160" rIns="137160" tIns="45720" bIns="45720" anchor="ctr">
            <a:normAutofit/>
          </a:bodyPr>
          <a:p>
            <a:pPr indent="0" defTabSz="914400">
              <a:lnSpc>
                <a:spcPct val="90000"/>
              </a:lnSpc>
              <a:spcBef>
                <a:spcPts val="1800"/>
              </a:spcBef>
              <a:buNone/>
              <a:tabLst>
                <a:tab algn="l" pos="0"/>
              </a:tabLst>
            </a:pPr>
            <a:r>
              <a:rPr lang="en-US" sz="2300" b="0" u="none" strike="noStrike">
                <a:solidFill>
                  <a:schemeClr val="accent1"/>
                </a:solidFill>
                <a:effectLst/>
                <a:uFillTx/>
                <a:latin typeface="Tw Cen MT"/>
              </a:rPr>
              <a:t>Click to edit Master text styles</a:t>
            </a:r>
            <a:endParaRPr lang="en-IN" sz="2300" b="0" u="none" strike="noStrike">
              <a:solidFill>
                <a:srgbClr val="000000"/>
              </a:solidFill>
              <a:effectLst/>
              <a:uFillTx/>
              <a:latin typeface="Arial"/>
            </a:endParaRPr>
          </a:p>
        </p:txBody>
      </p:sp>
      <p:sp>
        <p:nvSpPr>
          <p:cNvPr id="69" name="PlaceHolder 5"/>
          <p:cNvSpPr>
            <a:spLocks noGrp="1"/>
          </p:cNvSpPr>
          <p:nvPr>
            <p:ph type="body"/>
          </p:nvPr>
        </p:nvSpPr>
        <p:spPr>
          <a:xfrm>
            <a:off x="5990760" y="2967840"/>
            <a:ext cx="4754160" cy="33408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lang="en-US" sz="2200" b="0" u="none" strike="noStrike">
                <a:solidFill>
                  <a:schemeClr val="dk1"/>
                </a:solidFill>
                <a:effectLst/>
                <a:uFillTx/>
                <a:latin typeface="Tw Cen MT"/>
              </a:rPr>
              <a:t>Click to edit Master text styles</a:t>
            </a:r>
            <a:endParaRPr lang="en-IN" sz="2200" b="0" u="none" strike="noStrike">
              <a:solidFill>
                <a:srgbClr val="000000"/>
              </a:solidFill>
              <a:effectLst/>
              <a:uFillTx/>
              <a:latin typeface="Arial"/>
            </a:endParaRPr>
          </a:p>
          <a:p>
            <a:pPr marL="265320" lvl="1" indent="-137160" defTabSz="914400">
              <a:lnSpc>
                <a:spcPct val="90000"/>
              </a:lnSpc>
              <a:spcBef>
                <a:spcPts val="201"/>
              </a:spcBef>
              <a:spcAft>
                <a:spcPts val="400"/>
              </a:spcAft>
              <a:buClr>
                <a:srgbClr val="1cade4"/>
              </a:buClr>
              <a:buFont typeface="Wingdings 3" charset="2"/>
              <a:buChar char=""/>
            </a:pPr>
            <a:r>
              <a:rPr lang="en-US" sz="1800" b="0" u="none" strike="noStrike">
                <a:solidFill>
                  <a:schemeClr val="dk1"/>
                </a:solidFill>
                <a:effectLst/>
                <a:uFillTx/>
                <a:latin typeface="Tw Cen MT"/>
              </a:rPr>
              <a:t>Second level</a:t>
            </a:r>
            <a:endParaRPr lang="en-IN" sz="1800" b="0" u="none" strike="noStrike">
              <a:solidFill>
                <a:srgbClr val="000000"/>
              </a:solidFill>
              <a:effectLst/>
              <a:uFillTx/>
              <a:latin typeface="Arial"/>
            </a:endParaRPr>
          </a:p>
          <a:p>
            <a:pPr marL="448200" lvl="2"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Third level</a:t>
            </a:r>
            <a:endParaRPr lang="en-IN" sz="1400" b="0" u="none" strike="noStrike">
              <a:solidFill>
                <a:srgbClr val="000000"/>
              </a:solidFill>
              <a:effectLst/>
              <a:uFillTx/>
              <a:latin typeface="Arial"/>
            </a:endParaRPr>
          </a:p>
          <a:p>
            <a:pPr marL="594360" lvl="3"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Fourth level</a:t>
            </a:r>
            <a:endParaRPr lang="en-IN" sz="1400" b="0" u="none" strike="noStrike">
              <a:solidFill>
                <a:srgbClr val="000000"/>
              </a:solidFill>
              <a:effectLst/>
              <a:uFillTx/>
              <a:latin typeface="Arial"/>
            </a:endParaRPr>
          </a:p>
          <a:p>
            <a:pPr marL="777240" lvl="4" indent="-137160" defTabSz="914400">
              <a:lnSpc>
                <a:spcPct val="90000"/>
              </a:lnSpc>
              <a:spcBef>
                <a:spcPts val="201"/>
              </a:spcBef>
              <a:spcAft>
                <a:spcPts val="400"/>
              </a:spcAft>
              <a:buClr>
                <a:srgbClr val="1cade4"/>
              </a:buClr>
              <a:buFont typeface="Wingdings 3" charset="2"/>
              <a:buChar char=""/>
            </a:pPr>
            <a:r>
              <a:rPr lang="en-US" sz="1400" b="0" u="none" strike="noStrike">
                <a:solidFill>
                  <a:schemeClr val="dk1"/>
                </a:solidFill>
                <a:effectLst/>
                <a:uFillTx/>
                <a:latin typeface="Tw Cen MT"/>
              </a:rPr>
              <a:t>Fifth level</a:t>
            </a:r>
            <a:endParaRPr lang="en-IN" sz="1400" b="0" u="none" strike="noStrike">
              <a:solidFill>
                <a:srgbClr val="000000"/>
              </a:solidFill>
              <a:effectLst/>
              <a:uFillTx/>
              <a:latin typeface="Arial"/>
            </a:endParaRPr>
          </a:p>
        </p:txBody>
      </p:sp>
      <p:sp>
        <p:nvSpPr>
          <p:cNvPr id="70" name="PlaceHolder 6"/>
          <p:cNvSpPr>
            <a:spLocks noGrp="1"/>
          </p:cNvSpPr>
          <p:nvPr>
            <p:ph type="dt" idx="28"/>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71" name="PlaceHolder 7"/>
          <p:cNvSpPr>
            <a:spLocks noGrp="1"/>
          </p:cNvSpPr>
          <p:nvPr>
            <p:ph type="ftr" idx="29"/>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2" name="PlaceHolder 8"/>
          <p:cNvSpPr>
            <a:spLocks noGrp="1"/>
          </p:cNvSpPr>
          <p:nvPr>
            <p:ph type="sldNum" idx="30"/>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B4DD284F-FB36-410B-B1EB-83F5D35834BF}"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73" name="Straight Connector 6"/>
          <p:cNvCxnSpPr/>
          <p:nvPr/>
        </p:nvCxnSpPr>
        <p:spPr>
          <a:xfrm flipV="1">
            <a:off x="761760" y="826200"/>
            <a:ext cx="720" cy="915120"/>
          </a:xfrm>
          <a:prstGeom prst="straightConnector1">
            <a:avLst/>
          </a:prstGeom>
          <a:ln w="19050">
            <a:solidFill>
              <a:srgbClr val="1cade4"/>
            </a:solidFill>
            <a:round/>
          </a:ln>
        </p:spPr>
      </p:cxnSp>
      <p:sp>
        <p:nvSpPr>
          <p:cNvPr id="74" name="PlaceHolder 1"/>
          <p:cNvSpPr>
            <a:spLocks noGrp="1"/>
          </p:cNvSpPr>
          <p:nvPr>
            <p:ph type="title"/>
          </p:nvPr>
        </p:nvSpPr>
        <p:spPr>
          <a:xfrm>
            <a:off x="1024200" y="585360"/>
            <a:ext cx="9719280" cy="1499040"/>
          </a:xfrm>
          <a:prstGeom prst="rect">
            <a:avLst/>
          </a:prstGeom>
          <a:noFill/>
          <a:ln w="0">
            <a:noFill/>
          </a:ln>
        </p:spPr>
        <p:txBody>
          <a:bodyPr lIns="91440" rIns="91440" tIns="45720" bIns="45720" anchor="ctr">
            <a:noAutofit/>
          </a:bodyPr>
          <a:p>
            <a:pPr indent="0" defTabSz="914400">
              <a:lnSpc>
                <a:spcPct val="80000"/>
              </a:lnSpc>
              <a:buNone/>
              <a:tabLst>
                <a:tab algn="l" pos="0"/>
              </a:tabLst>
            </a:pPr>
            <a:r>
              <a:rPr lang="en-US" sz="5000" b="0" u="none" spc="99" strike="noStrike" cap="all">
                <a:solidFill>
                  <a:schemeClr val="dk1">
                    <a:lumMod val="95000"/>
                    <a:lumOff val="5000"/>
                  </a:schemeClr>
                </a:solidFill>
                <a:effectLst/>
                <a:uFillTx/>
                <a:latin typeface="Tw Cen MT Condensed"/>
              </a:rPr>
              <a:t>Click to edit Master title style</a:t>
            </a:r>
            <a:endParaRPr lang="en-IN" sz="5000" b="0" u="none" strike="noStrike">
              <a:solidFill>
                <a:srgbClr val="000000"/>
              </a:solidFill>
              <a:effectLst/>
              <a:uFillTx/>
              <a:latin typeface="Arial"/>
            </a:endParaRPr>
          </a:p>
        </p:txBody>
      </p:sp>
      <p:sp>
        <p:nvSpPr>
          <p:cNvPr id="75" name="PlaceHolder 2"/>
          <p:cNvSpPr>
            <a:spLocks noGrp="1"/>
          </p:cNvSpPr>
          <p:nvPr>
            <p:ph type="dt" idx="31"/>
          </p:nvPr>
        </p:nvSpPr>
        <p:spPr>
          <a:xfrm>
            <a:off x="1024200" y="6470640"/>
            <a:ext cx="215352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r>
              <a:rPr lang="en-US" sz="1000" b="0" u="none" strike="noStrike">
                <a:solidFill>
                  <a:schemeClr val="dk1">
                    <a:lumMod val="95000"/>
                    <a:lumOff val="5000"/>
                  </a:schemeClr>
                </a:solidFill>
                <a:effectLst/>
                <a:uFillTx/>
                <a:latin typeface="Tw Cen MT Condensed"/>
              </a:rPr>
              <a:t>&lt;date/time&gt;</a:t>
            </a:r>
            <a:endParaRPr lang="en-IN" sz="1000" b="0" u="none" strike="noStrike">
              <a:solidFill>
                <a:srgbClr val="000000"/>
              </a:solidFill>
              <a:effectLst/>
              <a:uFillTx/>
              <a:latin typeface="Times New Roman"/>
            </a:endParaRPr>
          </a:p>
        </p:txBody>
      </p:sp>
      <p:sp>
        <p:nvSpPr>
          <p:cNvPr id="76" name="PlaceHolder 3"/>
          <p:cNvSpPr>
            <a:spLocks noGrp="1"/>
          </p:cNvSpPr>
          <p:nvPr>
            <p:ph type="ftr" idx="32"/>
          </p:nvPr>
        </p:nvSpPr>
        <p:spPr>
          <a:xfrm>
            <a:off x="4843080" y="6470640"/>
            <a:ext cx="5900760" cy="27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7" name="PlaceHolder 4"/>
          <p:cNvSpPr>
            <a:spLocks noGrp="1"/>
          </p:cNvSpPr>
          <p:nvPr>
            <p:ph type="sldNum" idx="33"/>
          </p:nvPr>
        </p:nvSpPr>
        <p:spPr>
          <a:xfrm>
            <a:off x="10837440" y="6470640"/>
            <a:ext cx="973080" cy="2736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en-US" sz="1000" b="0" u="none" strike="noStrike">
                <a:solidFill>
                  <a:schemeClr val="dk1">
                    <a:lumMod val="95000"/>
                    <a:lumOff val="5000"/>
                  </a:schemeClr>
                </a:solidFill>
                <a:effectLst/>
                <a:uFillTx/>
                <a:latin typeface="Tw Cen MT Condensed"/>
              </a:defRPr>
            </a:lvl1pPr>
          </a:lstStyle>
          <a:p>
            <a:pPr indent="0" defTabSz="457200">
              <a:lnSpc>
                <a:spcPct val="100000"/>
              </a:lnSpc>
              <a:buNone/>
              <a:tabLst>
                <a:tab algn="l" pos="0"/>
              </a:tabLst>
            </a:pPr>
            <a:fld id="{956EDC03-24F9-4B49-A33F-29DB856B1DBB}" type="slidenum">
              <a:rPr lang="en-US" sz="1000" b="0" u="none" strike="noStrike">
                <a:solidFill>
                  <a:schemeClr val="dk1">
                    <a:lumMod val="95000"/>
                    <a:lumOff val="5000"/>
                  </a:schemeClr>
                </a:solidFill>
                <a:effectLst/>
                <a:uFillTx/>
                <a:latin typeface="Tw Cen MT Condensed"/>
              </a:rPr>
              <a:t>&lt;number&gt;</a:t>
            </a:fld>
            <a:endParaRPr lang="en-IN"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Rectangle 27">
            <a:extLst>
              <a:ext uri="{C183D7F6-B498-43B3-948B-1728B52AA6E4}">
                <adec:decorative xmlns:adec="http://schemas.microsoft.com/office/drawing/2017/decorative" val="1"/>
              </a:ext>
            </a:extLst>
          </p:cNvPr>
          <p:cNvSpPr/>
          <p:nvPr/>
        </p:nvSpPr>
        <p:spPr>
          <a:xfrm>
            <a:off x="-10080" y="0"/>
            <a:ext cx="4069080" cy="6857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79" name="PlaceHolder 1"/>
          <p:cNvSpPr>
            <a:spLocks noGrp="1"/>
          </p:cNvSpPr>
          <p:nvPr>
            <p:ph type="title"/>
          </p:nvPr>
        </p:nvSpPr>
        <p:spPr>
          <a:xfrm>
            <a:off x="309960" y="640080"/>
            <a:ext cx="3429000" cy="561240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java Programming Project Presentation</a:t>
            </a:r>
            <a:endParaRPr lang="en-IN" sz="5000" b="0" u="none" strike="noStrike">
              <a:solidFill>
                <a:srgbClr val="000000"/>
              </a:solidFill>
              <a:effectLst/>
              <a:uFillTx/>
              <a:latin typeface="Arial"/>
            </a:endParaRPr>
          </a:p>
        </p:txBody>
      </p:sp>
      <p:sp>
        <p:nvSpPr>
          <p:cNvPr id="80" name="PlaceHolder 2"/>
          <p:cNvSpPr>
            <a:spLocks noGrp="1"/>
          </p:cNvSpPr>
          <p:nvPr>
            <p:ph/>
          </p:nvPr>
        </p:nvSpPr>
        <p:spPr>
          <a:xfrm>
            <a:off x="4699800" y="2106360"/>
            <a:ext cx="7171560" cy="374436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chemeClr val="dk1"/>
                </a:solidFill>
                <a:effectLst/>
                <a:uFillTx/>
                <a:latin typeface="Tw Cen MT"/>
              </a:rPr>
              <a:t>Project Title: Job Application Tracking System for Students </a:t>
            </a:r>
            <a:endParaRPr lang="en-IN" sz="1800" b="0" u="none" strike="noStrik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lang="en-US" sz="1800" b="0" u="none" strike="noStrike">
                <a:solidFill>
                  <a:schemeClr val="dk1"/>
                </a:solidFill>
                <a:effectLst/>
                <a:uFillTx/>
                <a:latin typeface="Tw Cen MT"/>
              </a:rPr>
              <a:t>Course:  Mini Project</a:t>
            </a:r>
            <a:endParaRPr lang="en-IN" sz="18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1800" b="0" u="none" strike="noStrike">
                <a:solidFill>
                  <a:schemeClr val="dk1"/>
                </a:solidFill>
                <a:effectLst/>
                <a:uFillTx/>
                <a:latin typeface="Tw Cen MT"/>
              </a:rPr>
              <a:t>Student Name &amp; Roll No: [Sudharsan S &amp; 25BCS156]</a:t>
            </a:r>
            <a:endParaRPr lang="en-IN" sz="18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1800" b="0" u="none" strike="noStrike">
                <a:solidFill>
                  <a:schemeClr val="dk1"/>
                </a:solidFill>
                <a:effectLst/>
                <a:uFillTx/>
                <a:latin typeface="Tw Cen MT"/>
              </a:rPr>
              <a:t>Department: Computer Science</a:t>
            </a:r>
            <a:endParaRPr lang="en-IN" sz="18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1800" b="0" u="none" strike="noStrike">
                <a:solidFill>
                  <a:schemeClr val="dk1"/>
                </a:solidFill>
                <a:effectLst/>
                <a:uFillTx/>
                <a:latin typeface="Tw Cen MT"/>
              </a:rPr>
              <a:t>Mentor / Guide: [Name &amp; Designation]</a:t>
            </a:r>
            <a:endParaRPr lang="en-IN" sz="1800" b="0" u="none" strike="noStrike">
              <a:solidFill>
                <a:srgbClr val="000000"/>
              </a:solidFill>
              <a:effectLst/>
              <a:uFillTx/>
              <a:latin typeface="Arial"/>
            </a:endParaRPr>
          </a:p>
        </p:txBody>
      </p:sp>
      <p:pic>
        <p:nvPicPr>
          <p:cNvPr id="81" name="Picture 5" descr="A blue and red logo&#10;&#10;AI-generated content may be incorrect."/>
          <p:cNvPicPr/>
          <p:nvPr/>
        </p:nvPicPr>
        <p:blipFill>
          <a:blip r:embed="rId1"/>
          <a:stretch/>
        </p:blipFill>
        <p:spPr>
          <a:xfrm>
            <a:off x="4699800" y="233280"/>
            <a:ext cx="6743160" cy="16851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83"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84"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Introduction</a:t>
            </a:r>
            <a:endParaRPr lang="en-IN" sz="5000" b="0" u="none" strike="noStrike">
              <a:solidFill>
                <a:srgbClr val="000000"/>
              </a:solidFill>
              <a:effectLst/>
              <a:uFillTx/>
              <a:latin typeface="Arial"/>
            </a:endParaRPr>
          </a:p>
        </p:txBody>
      </p:sp>
      <p:sp>
        <p:nvSpPr>
          <p:cNvPr id="85"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86"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87"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The Job Application Tracking System for Students is a Java-based console application designed to help students manage and track their job applications efficiently. Many students apply to multiple companies and find it difficult to remember application details and statuses. This system provides a simple way to store, update, and view job application records such as company name, role, and status. It helps students stay organized and monitor their job search process. </a:t>
            </a:r>
            <a:endParaRPr lang="en-IN" sz="1800" b="0" u="none" strike="noStrike">
              <a:solidFill>
                <a:srgbClr val="000000"/>
              </a:solidFill>
              <a:effectLst/>
              <a:uFillTx/>
              <a:latin typeface="Arial"/>
            </a:endParaRPr>
          </a:p>
        </p:txBody>
      </p:sp>
      <p:pic>
        <p:nvPicPr>
          <p:cNvPr id="88" name="Picture 6"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89"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a:t>
            </a:r>
            <a:endParaRPr lang="en-IN" sz="2000" b="0" u="none" strike="noStrike">
              <a:solidFill>
                <a:srgbClr val="000000"/>
              </a:solidFill>
              <a:effectLst/>
              <a:uFillTx/>
              <a:latin typeface="Arial"/>
            </a:endParaRPr>
          </a:p>
          <a:p>
            <a:pPr defTabSz="914400">
              <a:lnSpc>
                <a:spcPct val="80000"/>
              </a:lnSpc>
            </a:pPr>
            <a:r>
              <a:rPr lang="en-IN" sz="2000" b="0" u="none" spc="99" strike="noStrike" cap="all">
                <a:solidFill>
                  <a:srgbClr val="ffffff"/>
                </a:solidFill>
                <a:effectLst/>
                <a:uFillTx/>
                <a:latin typeface="Tw Cen MT Condensed"/>
              </a:rPr>
              <a:t>Pro 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91"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92"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Objective</a:t>
            </a:r>
            <a:endParaRPr lang="en-IN" sz="5000" b="0" u="none" strike="noStrike">
              <a:solidFill>
                <a:srgbClr val="000000"/>
              </a:solidFill>
              <a:effectLst/>
              <a:uFillTx/>
              <a:latin typeface="Arial"/>
            </a:endParaRPr>
          </a:p>
        </p:txBody>
      </p:sp>
      <p:sp>
        <p:nvSpPr>
          <p:cNvPr id="93"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94"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95"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To design a job application tracking system</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To store job application details</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To track application status</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To update application information</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To search applications easily</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To provide a simple console-based interface </a:t>
            </a:r>
            <a:endParaRPr lang="en-IN" sz="1800" b="0" u="none" strike="noStrike">
              <a:solidFill>
                <a:srgbClr val="000000"/>
              </a:solidFill>
              <a:effectLst/>
              <a:uFillTx/>
              <a:latin typeface="Arial"/>
            </a:endParaRPr>
          </a:p>
        </p:txBody>
      </p:sp>
      <p:pic>
        <p:nvPicPr>
          <p:cNvPr id="96"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97"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a:t>
            </a:r>
            <a:endParaRPr lang="en-IN" sz="2000" b="0" u="none" strike="noStrike">
              <a:solidFill>
                <a:srgbClr val="000000"/>
              </a:solidFill>
              <a:effectLst/>
              <a:uFillTx/>
              <a:latin typeface="Arial"/>
            </a:endParaRPr>
          </a:p>
          <a:p>
            <a:pPr defTabSz="914400">
              <a:lnSpc>
                <a:spcPct val="80000"/>
              </a:lnSpc>
            </a:pPr>
            <a:r>
              <a:rPr lang="en-IN" sz="2000" b="0" u="none" spc="99" strike="noStrike" cap="all">
                <a:solidFill>
                  <a:srgbClr val="ffffff"/>
                </a:solidFill>
                <a:effectLst/>
                <a:uFillTx/>
                <a:latin typeface="Tw Cen MT Condensed"/>
              </a:rPr>
              <a:t>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99"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00"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Problem Statement</a:t>
            </a:r>
            <a:endParaRPr lang="en-IN" sz="5000" b="0" u="none" strike="noStrike">
              <a:solidFill>
                <a:srgbClr val="000000"/>
              </a:solidFill>
              <a:effectLst/>
              <a:uFillTx/>
              <a:latin typeface="Arial"/>
            </a:endParaRPr>
          </a:p>
        </p:txBody>
      </p:sp>
      <p:sp>
        <p:nvSpPr>
          <p:cNvPr id="101"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02"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03" name="PlaceHolder 2"/>
          <p:cNvSpPr>
            <a:spLocks noGrp="1"/>
          </p:cNvSpPr>
          <p:nvPr>
            <p:ph/>
          </p:nvPr>
        </p:nvSpPr>
        <p:spPr>
          <a:xfrm>
            <a:off x="3469320" y="2237040"/>
            <a:ext cx="7922520" cy="355392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Students face problems like: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Forgetting application details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Difficulty tracking multiple applications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No proper record maintenance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Confusion in status updates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No proper system to:</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Track status (Applied/Interview/Selected)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Search company applications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Store application data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US" sz="4800" b="0" u="none" strike="noStrike">
                <a:solidFill>
                  <a:srgbClr val="ffffff"/>
                </a:solidFill>
                <a:effectLst/>
                <a:uFillTx/>
                <a:latin typeface="Tw Cen MT"/>
              </a:rPr>
              <a:t>This project solves these problems using automation.</a:t>
            </a:r>
            <a:endParaRPr lang="en-IN" sz="48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104"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05"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a:t>
            </a:r>
            <a:endParaRPr lang="en-IN" sz="2000" b="0" u="none" strike="noStrike">
              <a:solidFill>
                <a:srgbClr val="000000"/>
              </a:solidFill>
              <a:effectLst/>
              <a:uFillTx/>
              <a:latin typeface="Arial"/>
            </a:endParaRPr>
          </a:p>
          <a:p>
            <a:pPr defTabSz="914400">
              <a:lnSpc>
                <a:spcPct val="80000"/>
              </a:lnSpc>
            </a:pPr>
            <a:r>
              <a:rPr lang="en-IN" sz="2000" b="0" u="none" spc="99" strike="noStrike" cap="all">
                <a:solidFill>
                  <a:srgbClr val="ffffff"/>
                </a:solidFill>
                <a:effectLst/>
                <a:uFillTx/>
                <a:latin typeface="Tw Cen MT Condensed"/>
              </a:rPr>
              <a:t>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07"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08"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System Requirements</a:t>
            </a:r>
            <a:endParaRPr lang="en-IN" sz="5000" b="0" u="none" strike="noStrike">
              <a:solidFill>
                <a:srgbClr val="000000"/>
              </a:solidFill>
              <a:effectLst/>
              <a:uFillTx/>
              <a:latin typeface="Arial"/>
            </a:endParaRPr>
          </a:p>
        </p:txBody>
      </p:sp>
      <p:sp>
        <p:nvSpPr>
          <p:cNvPr id="109"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10"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11"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fontScale="85000" lnSpcReduction="19999"/>
          </a:bodyPr>
          <a:p>
            <a:pPr indent="0" defTabSz="914400">
              <a:lnSpc>
                <a:spcPct val="90000"/>
              </a:lnSpc>
              <a:spcBef>
                <a:spcPts val="1199"/>
              </a:spcBef>
              <a:spcAft>
                <a:spcPts val="201"/>
              </a:spcAft>
              <a:buNone/>
              <a:tabLst>
                <a:tab algn="l" pos="0"/>
              </a:tabLst>
            </a:pPr>
            <a:endParaRPr lang="en-IN" sz="15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IN" sz="1500" b="0" u="none" strike="noStrike">
                <a:solidFill>
                  <a:srgbClr val="ffffff"/>
                </a:solidFill>
                <a:effectLst/>
                <a:uFillTx/>
                <a:latin typeface="Tw Cen MT"/>
              </a:rPr>
              <a:t>Hardware Requirements:</a:t>
            </a:r>
            <a:endParaRPr lang="en-IN" sz="15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IN" sz="1500" b="0" u="none" strike="noStrike">
                <a:solidFill>
                  <a:srgbClr val="ffffff"/>
                </a:solidFill>
                <a:effectLst/>
                <a:uFillTx/>
                <a:latin typeface="Tw Cen MT"/>
              </a:rPr>
              <a:t>Processor: Intel i3 or higher</a:t>
            </a:r>
            <a:endParaRPr lang="en-IN" sz="15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IN" sz="1500" b="0" u="none" strike="noStrike">
                <a:solidFill>
                  <a:srgbClr val="ffffff"/>
                </a:solidFill>
                <a:effectLst/>
                <a:uFillTx/>
                <a:latin typeface="Tw Cen MT"/>
              </a:rPr>
              <a:t>RAM: 4GB minimum</a:t>
            </a:r>
            <a:endParaRPr lang="en-IN" sz="15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IN" sz="1500" b="0" u="none" strike="noStrike">
                <a:solidFill>
                  <a:srgbClr val="ffffff"/>
                </a:solidFill>
                <a:effectLst/>
                <a:uFillTx/>
                <a:latin typeface="Tw Cen MT"/>
              </a:rPr>
              <a:t>Storage: 500MB </a:t>
            </a:r>
            <a:endParaRPr lang="en-IN" sz="15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IN" sz="1500" b="0" u="none" strike="noStrike">
                <a:solidFill>
                  <a:srgbClr val="ffffff"/>
                </a:solidFill>
                <a:effectLst/>
                <a:uFillTx/>
                <a:latin typeface="Tw Cen MT"/>
              </a:rPr>
              <a:t>Software Requirements:</a:t>
            </a:r>
            <a:endParaRPr lang="en-IN" sz="15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IN" sz="1500" b="0" u="none" strike="noStrike">
                <a:solidFill>
                  <a:srgbClr val="ffffff"/>
                </a:solidFill>
                <a:effectLst/>
                <a:uFillTx/>
                <a:latin typeface="Tw Cen MT"/>
              </a:rPr>
              <a:t>OS: Windows / Linux</a:t>
            </a:r>
            <a:endParaRPr lang="en-IN" sz="15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IN" sz="1500" b="0" u="none" strike="noStrike">
                <a:solidFill>
                  <a:srgbClr val="ffffff"/>
                </a:solidFill>
                <a:effectLst/>
                <a:uFillTx/>
                <a:latin typeface="Tw Cen MT"/>
              </a:rPr>
              <a:t>Language: Java</a:t>
            </a:r>
            <a:endParaRPr lang="en-IN" sz="15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Symbol" charset="2"/>
              <a:buChar char=""/>
              <a:tabLst>
                <a:tab algn="l" pos="0"/>
              </a:tabLst>
            </a:pPr>
            <a:r>
              <a:rPr lang="en-IN" sz="1500" b="0" u="none" strike="noStrike">
                <a:solidFill>
                  <a:srgbClr val="ffffff"/>
                </a:solidFill>
                <a:effectLst/>
                <a:uFillTx/>
                <a:latin typeface="Tw Cen MT"/>
              </a:rPr>
              <a:t>IDE: Eclipse / IntelliJ / NetBeans</a:t>
            </a:r>
            <a:endParaRPr lang="en-IN" sz="15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IN" sz="1500" b="0" u="none" strike="noStrike">
                <a:solidFill>
                  <a:srgbClr val="ffffff"/>
                </a:solidFill>
                <a:effectLst/>
                <a:uFillTx/>
                <a:latin typeface="Tw Cen MT"/>
              </a:rPr>
              <a:t> </a:t>
            </a:r>
            <a:endParaRPr lang="en-IN" sz="1500" b="0" u="none" strike="noStrike">
              <a:solidFill>
                <a:srgbClr val="000000"/>
              </a:solidFill>
              <a:effectLst/>
              <a:uFillTx/>
              <a:latin typeface="Arial"/>
            </a:endParaRPr>
          </a:p>
        </p:txBody>
      </p:sp>
      <p:pic>
        <p:nvPicPr>
          <p:cNvPr id="112"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13"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a:t>
            </a:r>
            <a:endParaRPr lang="en-IN" sz="2000" b="0" u="none" strike="noStrike">
              <a:solidFill>
                <a:srgbClr val="000000"/>
              </a:solidFill>
              <a:effectLst/>
              <a:uFillTx/>
              <a:latin typeface="Arial"/>
            </a:endParaRPr>
          </a:p>
          <a:p>
            <a:pPr defTabSz="914400">
              <a:lnSpc>
                <a:spcPct val="80000"/>
              </a:lnSpc>
            </a:pPr>
            <a:r>
              <a:rPr lang="en-IN" sz="2000" b="0" u="none" spc="99" strike="noStrike" cap="all">
                <a:solidFill>
                  <a:srgbClr val="ffffff"/>
                </a:solidFill>
                <a:effectLst/>
                <a:uFillTx/>
                <a:latin typeface="Tw Cen MT Condensed"/>
              </a:rPr>
              <a:t>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15"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16"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System Design</a:t>
            </a:r>
            <a:endParaRPr lang="en-IN" sz="5000" b="0" u="none" strike="noStrike">
              <a:solidFill>
                <a:srgbClr val="000000"/>
              </a:solidFill>
              <a:effectLst/>
              <a:uFillTx/>
              <a:latin typeface="Arial"/>
            </a:endParaRPr>
          </a:p>
        </p:txBody>
      </p:sp>
      <p:sp>
        <p:nvSpPr>
          <p:cNvPr id="117"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18"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19" name="PlaceHolder 2"/>
          <p:cNvSpPr>
            <a:spLocks noGrp="1"/>
          </p:cNvSpPr>
          <p:nvPr>
            <p:ph/>
          </p:nvPr>
        </p:nvSpPr>
        <p:spPr>
          <a:xfrm>
            <a:off x="3469320" y="1800000"/>
            <a:ext cx="7922520" cy="355392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The system consists of:</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Application Input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Data Storage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Status Update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Search Function </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Workflow:</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User selects option</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Enters application details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System stores data</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User views or updates records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Search applications by company</a:t>
            </a:r>
            <a:endParaRPr lang="en-IN" sz="48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120"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21"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a:t>
            </a:r>
            <a:endParaRPr lang="en-IN" sz="2000" b="0" u="none" strike="noStrike">
              <a:solidFill>
                <a:srgbClr val="000000"/>
              </a:solidFill>
              <a:effectLst/>
              <a:uFillTx/>
              <a:latin typeface="Arial"/>
            </a:endParaRPr>
          </a:p>
          <a:p>
            <a:pPr defTabSz="914400">
              <a:lnSpc>
                <a:spcPct val="80000"/>
              </a:lnSpc>
            </a:pPr>
            <a:r>
              <a:rPr lang="en-IN" sz="2000" b="0" u="none" spc="99" strike="noStrike" cap="all">
                <a:solidFill>
                  <a:srgbClr val="ffffff"/>
                </a:solidFill>
                <a:effectLst/>
                <a:uFillTx/>
                <a:latin typeface="Tw Cen MT Condensed"/>
              </a:rPr>
              <a:t>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23"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24"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Module Description</a:t>
            </a:r>
            <a:endParaRPr lang="en-IN" sz="5000" b="0" u="none" strike="noStrike">
              <a:solidFill>
                <a:srgbClr val="000000"/>
              </a:solidFill>
              <a:effectLst/>
              <a:uFillTx/>
              <a:latin typeface="Arial"/>
            </a:endParaRPr>
          </a:p>
        </p:txBody>
      </p:sp>
      <p:sp>
        <p:nvSpPr>
          <p:cNvPr id="125"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26"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27" name="PlaceHolder 2"/>
          <p:cNvSpPr>
            <a:spLocks noGrp="1"/>
          </p:cNvSpPr>
          <p:nvPr>
            <p:ph/>
          </p:nvPr>
        </p:nvSpPr>
        <p:spPr>
          <a:xfrm>
            <a:off x="3469320" y="1620000"/>
            <a:ext cx="7922520" cy="355392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Input Module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Collects ID, company name, role, and status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Storage Module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Stores data using ArrayList</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Display Module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Shows all applications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Update Module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Updates application status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Delete Module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Removes application records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Search Module</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Searches applications by company</a:t>
            </a:r>
            <a:endParaRPr lang="en-IN" sz="48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128"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29"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31"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32"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Algorithm / Flowchart</a:t>
            </a:r>
            <a:endParaRPr lang="en-IN" sz="5000" b="0" u="none" strike="noStrike">
              <a:solidFill>
                <a:srgbClr val="000000"/>
              </a:solidFill>
              <a:effectLst/>
              <a:uFillTx/>
              <a:latin typeface="Arial"/>
            </a:endParaRPr>
          </a:p>
        </p:txBody>
      </p:sp>
      <p:sp>
        <p:nvSpPr>
          <p:cNvPr id="133"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34"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35" name="PlaceHolder 2"/>
          <p:cNvSpPr>
            <a:spLocks noGrp="1"/>
          </p:cNvSpPr>
          <p:nvPr>
            <p:ph/>
          </p:nvPr>
        </p:nvSpPr>
        <p:spPr>
          <a:xfrm>
            <a:off x="3469320" y="1980000"/>
            <a:ext cx="7922520" cy="3553920"/>
          </a:xfrm>
          <a:prstGeom prst="rect">
            <a:avLst/>
          </a:prstGeom>
          <a:noFill/>
          <a:ln w="0">
            <a:noFill/>
          </a:ln>
        </p:spPr>
        <p:txBody>
          <a:bodyPr lIns="45720" rIns="45720" tIns="45720" bIns="45720" anchor="t">
            <a:normAutofit fontScale="55000" lnSpcReduction="19999"/>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Start</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Display menu options</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Select operation</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Add / View / Update / Delete / Search</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Process user input</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Store or modify data</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Repeat until exit</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AutoNum type="arabicParenR"/>
              <a:tabLst>
                <a:tab algn="l" pos="0"/>
              </a:tabLst>
            </a:pPr>
            <a:r>
              <a:rPr lang="en-US" sz="1800" b="0" u="none" strike="noStrike">
                <a:solidFill>
                  <a:srgbClr val="ffffff"/>
                </a:solidFill>
                <a:effectLst/>
                <a:uFillTx/>
                <a:latin typeface="Tw Cen MT"/>
              </a:rPr>
              <a:t>Stop</a:t>
            </a:r>
            <a:endParaRPr lang="en-IN" sz="18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136"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37"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22">
            <a:extLst>
              <a:ext uri="{C183D7F6-B498-43B3-948B-1728B52AA6E4}">
                <adec:decorative xmlns:adec="http://schemas.microsoft.com/office/drawing/2017/decorative" val="1"/>
              </a:ext>
            </a:extLst>
          </p:cNvPr>
          <p:cNvSpPr/>
          <p:nvPr/>
        </p:nvSpPr>
        <p:spPr>
          <a:xfrm>
            <a:off x="0" y="180000"/>
            <a:ext cx="12191400" cy="810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39" name="Rectangle 23">
            <a:extLst>
              <a:ext uri="{C183D7F6-B498-43B3-948B-1728B52AA6E4}">
                <adec:decorative xmlns:adec="http://schemas.microsoft.com/office/drawing/2017/decorative" val="1"/>
              </a:ext>
            </a:extLst>
          </p:cNvPr>
          <p:cNvSpPr/>
          <p:nvPr/>
        </p:nvSpPr>
        <p:spPr>
          <a:xfrm>
            <a:off x="2772720" y="484560"/>
            <a:ext cx="8947440" cy="6895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40"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 Flowchart</a:t>
            </a:r>
            <a:endParaRPr lang="en-IN" sz="5000" b="0" u="none" strike="noStrike">
              <a:solidFill>
                <a:srgbClr val="000000"/>
              </a:solidFill>
              <a:effectLst/>
              <a:uFillTx/>
              <a:latin typeface="Arial"/>
            </a:endParaRPr>
          </a:p>
        </p:txBody>
      </p:sp>
      <p:sp>
        <p:nvSpPr>
          <p:cNvPr id="141" name="Rectangle 24">
            <a:extLst>
              <a:ext uri="{C183D7F6-B498-43B3-948B-1728B52AA6E4}">
                <adec:decorative xmlns:adec="http://schemas.microsoft.com/office/drawing/2017/decorative" val="1"/>
              </a:ext>
            </a:extLst>
          </p:cNvPr>
          <p:cNvSpPr/>
          <p:nvPr/>
        </p:nvSpPr>
        <p:spPr>
          <a:xfrm>
            <a:off x="360000" y="540000"/>
            <a:ext cx="2243520" cy="679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cxnSp>
        <p:nvCxnSpPr>
          <p:cNvPr id="142" name="Straight Connector 6">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43" name="PlaceHolder 2"/>
          <p:cNvSpPr>
            <a:spLocks noGrp="1"/>
          </p:cNvSpPr>
          <p:nvPr>
            <p:ph/>
          </p:nvPr>
        </p:nvSpPr>
        <p:spPr>
          <a:xfrm>
            <a:off x="3469320" y="1800000"/>
            <a:ext cx="7922520" cy="5400000"/>
          </a:xfrm>
          <a:prstGeom prst="rect">
            <a:avLst/>
          </a:prstGeom>
          <a:noFill/>
          <a:ln w="0">
            <a:noFill/>
          </a:ln>
        </p:spPr>
        <p:txBody>
          <a:bodyPr lIns="45720" rIns="45720" tIns="45720" bIns="45720" anchor="t">
            <a:normAutofit/>
          </a:bodyPr>
          <a:p>
            <a:pPr indent="0">
              <a:spcBef>
                <a:spcPts val="1417"/>
              </a:spcBef>
              <a:buNone/>
            </a:pPr>
            <a:endParaRPr lang="en-IN" sz="1800" b="0" u="none" strike="noStrike">
              <a:solidFill>
                <a:srgbClr val="000000"/>
              </a:solidFill>
              <a:effectLst/>
              <a:uFillTx/>
              <a:latin typeface="Arial"/>
            </a:endParaRPr>
          </a:p>
        </p:txBody>
      </p:sp>
      <p:pic>
        <p:nvPicPr>
          <p:cNvPr id="144" name="Picture 9"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45" name="Title 7"/>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pic>
        <p:nvPicPr>
          <p:cNvPr id="146" name=""/>
          <p:cNvPicPr/>
          <p:nvPr/>
        </p:nvPicPr>
        <p:blipFill>
          <a:blip r:embed="rId2"/>
          <a:stretch/>
        </p:blipFill>
        <p:spPr>
          <a:xfrm>
            <a:off x="3600000" y="1842840"/>
            <a:ext cx="3960000" cy="53571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Rectangle 1">
            <a:extLst>
              <a:ext uri="{C183D7F6-B498-43B3-948B-1728B52AA6E4}">
                <adec:decorative xmlns:adec="http://schemas.microsoft.com/office/drawing/2017/decorative" val="1"/>
              </a:ext>
            </a:extLst>
          </p:cNvPr>
          <p:cNvSpPr/>
          <p:nvPr/>
        </p:nvSpPr>
        <p:spPr>
          <a:xfrm>
            <a:off x="0" y="-720000"/>
            <a:ext cx="12191400" cy="990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48" name="Rectangle 2">
            <a:extLst>
              <a:ext uri="{C183D7F6-B498-43B3-948B-1728B52AA6E4}">
                <adec:decorative xmlns:adec="http://schemas.microsoft.com/office/drawing/2017/decorative" val="1"/>
              </a:ext>
            </a:extLst>
          </p:cNvPr>
          <p:cNvSpPr/>
          <p:nvPr/>
        </p:nvSpPr>
        <p:spPr>
          <a:xfrm>
            <a:off x="2772720" y="484560"/>
            <a:ext cx="8947440" cy="8515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49" name="PlaceHolder 1"/>
          <p:cNvSpPr>
            <a:spLocks noGrp="1"/>
          </p:cNvSpPr>
          <p:nvPr>
            <p:ph type="title"/>
          </p:nvPr>
        </p:nvSpPr>
        <p:spPr>
          <a:xfrm>
            <a:off x="3433320" y="-7236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SOURCE CODE</a:t>
            </a:r>
            <a:endParaRPr lang="en-IN" sz="5000" b="0" u="none" strike="noStrike">
              <a:solidFill>
                <a:srgbClr val="000000"/>
              </a:solidFill>
              <a:effectLst/>
              <a:uFillTx/>
              <a:latin typeface="Arial"/>
            </a:endParaRPr>
          </a:p>
        </p:txBody>
      </p:sp>
      <p:sp>
        <p:nvSpPr>
          <p:cNvPr id="150" name="Rectangle 3">
            <a:extLst>
              <a:ext uri="{C183D7F6-B498-43B3-948B-1728B52AA6E4}">
                <adec:decorative xmlns:adec="http://schemas.microsoft.com/office/drawing/2017/decorative" val="1"/>
              </a:ext>
            </a:extLst>
          </p:cNvPr>
          <p:cNvSpPr/>
          <p:nvPr/>
        </p:nvSpPr>
        <p:spPr>
          <a:xfrm>
            <a:off x="475200" y="484560"/>
            <a:ext cx="2128320" cy="851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cxnSp>
        <p:nvCxnSpPr>
          <p:cNvPr id="151" name="Straight Connector 1">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52" name="PlaceHolder 2"/>
          <p:cNvSpPr>
            <a:spLocks noGrp="1"/>
          </p:cNvSpPr>
          <p:nvPr>
            <p:ph/>
          </p:nvPr>
        </p:nvSpPr>
        <p:spPr>
          <a:xfrm>
            <a:off x="3361320" y="775440"/>
            <a:ext cx="7922520" cy="8224560"/>
          </a:xfrm>
          <a:prstGeom prst="rect">
            <a:avLst/>
          </a:prstGeom>
          <a:noFill/>
          <a:ln w="0">
            <a:noFill/>
          </a:ln>
        </p:spPr>
        <p:txBody>
          <a:bodyPr lIns="45720" rIns="45720" tIns="45720" bIns="45720" anchor="t">
            <a:normAutofit fontScale="32500" lnSpcReduction="19999"/>
          </a:bodyPr>
          <a:p>
            <a:pPr marL="432000" indent="0">
              <a:spcBef>
                <a:spcPts val="1417"/>
              </a:spcBef>
              <a:buNone/>
            </a:pPr>
            <a:r>
              <a:rPr lang="en-IN" sz="3200" b="0" u="none" strike="noStrike">
                <a:solidFill>
                  <a:srgbClr val="000000"/>
                </a:solidFill>
                <a:effectLst/>
                <a:uFillTx/>
                <a:latin typeface="Arial"/>
              </a:rPr>
              <a:t>import java.util.*;</a:t>
            </a:r>
            <a:endParaRPr lang="en-IN" sz="3200" b="0" u="none" strike="noStrike">
              <a:solidFill>
                <a:srgbClr val="000000"/>
              </a:solidFill>
              <a:effectLst/>
              <a:uFillTx/>
              <a:latin typeface="Arial"/>
            </a:endParaRPr>
          </a:p>
          <a:p>
            <a:pPr marL="432000" indent="0">
              <a:spcBef>
                <a:spcPts val="1417"/>
              </a:spcBef>
              <a:buNone/>
            </a:pP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public class Main {</a:t>
            </a:r>
            <a:endParaRPr lang="en-IN" sz="3200" b="0" u="none" strike="noStrike">
              <a:solidFill>
                <a:srgbClr val="000000"/>
              </a:solidFill>
              <a:effectLst/>
              <a:uFillTx/>
              <a:latin typeface="Arial"/>
            </a:endParaRPr>
          </a:p>
          <a:p>
            <a:pPr marL="432000" indent="0">
              <a:spcBef>
                <a:spcPts val="1417"/>
              </a:spcBef>
              <a:buNone/>
            </a:pP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 Inner class for Job Application</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static class JobApplication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int id;</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String company;</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String role;</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String status;</a:t>
            </a:r>
            <a:endParaRPr lang="en-IN" sz="3200" b="0" u="none" strike="noStrike">
              <a:solidFill>
                <a:srgbClr val="000000"/>
              </a:solidFill>
              <a:effectLst/>
              <a:uFillTx/>
              <a:latin typeface="Arial"/>
            </a:endParaRPr>
          </a:p>
          <a:p>
            <a:pPr marL="432000" indent="0">
              <a:spcBef>
                <a:spcPts val="1417"/>
              </a:spcBef>
              <a:buNone/>
            </a:pP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JobApplication(int id, String company, String role, String status)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this.id = id;</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this.company = company;</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this.role = role;</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this.status = status;</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marL="432000" indent="0">
              <a:spcBef>
                <a:spcPts val="1417"/>
              </a:spcBef>
              <a:buNone/>
            </a:pP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void display()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System.out.println("ID: " + id +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 Company: " + company +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 Role: " + role +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 Status: " + status);</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marL="432000" indent="0">
              <a:spcBef>
                <a:spcPts val="1417"/>
              </a:spcBef>
              <a:buNone/>
            </a:pP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static ArrayList&lt;JobApplication&gt; list = new ArrayList&lt;&gt;();</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static Scanner sc = new Scanner(System.in);</a:t>
            </a:r>
            <a:endParaRPr lang="en-IN" sz="3200" b="0" u="none" strike="noStrike">
              <a:solidFill>
                <a:srgbClr val="000000"/>
              </a:solidFill>
              <a:effectLst/>
              <a:uFillTx/>
              <a:latin typeface="Arial"/>
            </a:endParaRPr>
          </a:p>
          <a:p>
            <a:pPr marL="432000" indent="0">
              <a:spcBef>
                <a:spcPts val="1417"/>
              </a:spcBef>
              <a:buNone/>
            </a:pPr>
            <a:r>
              <a:rPr lang="en-IN" sz="3200" b="0" u="none" strike="noStrike">
                <a:solidFill>
                  <a:srgbClr val="000000"/>
                </a:solidFill>
                <a:effectLst/>
                <a:uFillTx/>
                <a:latin typeface="Arial"/>
              </a:rPr>
              <a:t>    public static void main(String[] args) {</a:t>
            </a:r>
            <a:endParaRPr lang="en-IN" sz="3200" b="0" u="none" strike="noStrike">
              <a:solidFill>
                <a:srgbClr val="000000"/>
              </a:solidFill>
              <a:effectLst/>
              <a:uFillTx/>
              <a:latin typeface="Arial"/>
            </a:endParaRPr>
          </a:p>
        </p:txBody>
      </p:sp>
      <p:pic>
        <p:nvPicPr>
          <p:cNvPr id="153" name="Picture 1"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54" name="Title 2"/>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Rectangle 8">
            <a:extLst>
              <a:ext uri="{C183D7F6-B498-43B3-948B-1728B52AA6E4}">
                <adec:decorative xmlns:adec="http://schemas.microsoft.com/office/drawing/2017/decorative" val="1"/>
              </a:ext>
            </a:extLst>
          </p:cNvPr>
          <p:cNvSpPr/>
          <p:nvPr/>
        </p:nvSpPr>
        <p:spPr>
          <a:xfrm>
            <a:off x="0" y="-2160000"/>
            <a:ext cx="12191400" cy="113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56" name="Rectangle 10">
            <a:extLst>
              <a:ext uri="{C183D7F6-B498-43B3-948B-1728B52AA6E4}">
                <adec:decorative xmlns:adec="http://schemas.microsoft.com/office/drawing/2017/decorative" val="1"/>
              </a:ext>
            </a:extLst>
          </p:cNvPr>
          <p:cNvSpPr/>
          <p:nvPr/>
        </p:nvSpPr>
        <p:spPr>
          <a:xfrm>
            <a:off x="2772720" y="-1027440"/>
            <a:ext cx="8947440" cy="8515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57" name="PlaceHolder 1"/>
          <p:cNvSpPr>
            <a:spLocks noGrp="1"/>
          </p:cNvSpPr>
          <p:nvPr>
            <p:ph type="title"/>
          </p:nvPr>
        </p:nvSpPr>
        <p:spPr>
          <a:xfrm>
            <a:off x="3433320" y="-21636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SOURCE CODE</a:t>
            </a:r>
            <a:endParaRPr lang="en-IN" sz="5000" b="0" u="none" strike="noStrike">
              <a:solidFill>
                <a:srgbClr val="000000"/>
              </a:solidFill>
              <a:effectLst/>
              <a:uFillTx/>
              <a:latin typeface="Arial"/>
            </a:endParaRPr>
          </a:p>
        </p:txBody>
      </p:sp>
      <p:sp>
        <p:nvSpPr>
          <p:cNvPr id="158" name="Rectangle 12">
            <a:extLst>
              <a:ext uri="{C183D7F6-B498-43B3-948B-1728B52AA6E4}">
                <adec:decorative xmlns:adec="http://schemas.microsoft.com/office/drawing/2017/decorative" val="1"/>
              </a:ext>
            </a:extLst>
          </p:cNvPr>
          <p:cNvSpPr/>
          <p:nvPr/>
        </p:nvSpPr>
        <p:spPr>
          <a:xfrm>
            <a:off x="475200" y="-1063440"/>
            <a:ext cx="2128320" cy="851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cxnSp>
        <p:nvCxnSpPr>
          <p:cNvPr id="159" name="Straight Connector 2">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60" name="PlaceHolder 2"/>
          <p:cNvSpPr>
            <a:spLocks noGrp="1"/>
          </p:cNvSpPr>
          <p:nvPr>
            <p:ph/>
          </p:nvPr>
        </p:nvSpPr>
        <p:spPr>
          <a:xfrm>
            <a:off x="3145320" y="-1024560"/>
            <a:ext cx="7922520" cy="8224560"/>
          </a:xfrm>
          <a:prstGeom prst="rect">
            <a:avLst/>
          </a:prstGeom>
          <a:noFill/>
          <a:ln w="0">
            <a:noFill/>
          </a:ln>
        </p:spPr>
        <p:txBody>
          <a:bodyPr lIns="45720" rIns="45720" tIns="45720" bIns="45720" anchor="t">
            <a:normAutofit fontScale="25000" lnSpcReduction="19999"/>
          </a:bodyPr>
          <a:p>
            <a:pPr indent="0">
              <a:spcBef>
                <a:spcPts val="1417"/>
              </a:spcBef>
              <a:buNone/>
            </a:pPr>
            <a:r>
              <a:rPr lang="en-IN" sz="3200" b="0" u="none" strike="noStrike">
                <a:solidFill>
                  <a:srgbClr val="000000"/>
                </a:solidFill>
                <a:effectLst/>
                <a:uFillTx/>
                <a:latin typeface="Arial"/>
              </a:rPr>
              <a:t>int choice;</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do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System.out.println("\n===== Job Application Tracker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System.out.println("1. Add Application");</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System.out.println("2. View Applications");</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System.out.println("3. Update Status");</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System.out.println("4. Delete Application");</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System.out.println("5. Search by Company");</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System.out.println("6. Exit");</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your choice: ");</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choice = sc.nextInt();</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switch (choice)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case 1:</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addApplication();</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break;</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case 2:</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viewApplications();</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break;</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case 3:</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updateStatus();</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break;</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case 4:</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deleteApplication();</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break;</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case 5:</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searchByCompany();</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break;</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case 6:</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System.out.println("Thank you! Exiting...");</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break;</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p:txBody>
      </p:sp>
      <p:pic>
        <p:nvPicPr>
          <p:cNvPr id="161" name="Picture 2"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62" name="Title 3"/>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Rectangle 13">
            <a:extLst>
              <a:ext uri="{C183D7F6-B498-43B3-948B-1728B52AA6E4}">
                <adec:decorative xmlns:adec="http://schemas.microsoft.com/office/drawing/2017/decorative" val="1"/>
              </a:ext>
            </a:extLst>
          </p:cNvPr>
          <p:cNvSpPr/>
          <p:nvPr/>
        </p:nvSpPr>
        <p:spPr>
          <a:xfrm>
            <a:off x="0" y="-2160000"/>
            <a:ext cx="12191400" cy="113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64" name="Rectangle 14">
            <a:extLst>
              <a:ext uri="{C183D7F6-B498-43B3-948B-1728B52AA6E4}">
                <adec:decorative xmlns:adec="http://schemas.microsoft.com/office/drawing/2017/decorative" val="1"/>
              </a:ext>
            </a:extLst>
          </p:cNvPr>
          <p:cNvSpPr/>
          <p:nvPr/>
        </p:nvSpPr>
        <p:spPr>
          <a:xfrm>
            <a:off x="2772720" y="-1027440"/>
            <a:ext cx="8947440" cy="8515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65" name="PlaceHolder 1"/>
          <p:cNvSpPr>
            <a:spLocks noGrp="1"/>
          </p:cNvSpPr>
          <p:nvPr>
            <p:ph type="title"/>
          </p:nvPr>
        </p:nvSpPr>
        <p:spPr>
          <a:xfrm>
            <a:off x="3433320" y="-21636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SOURCE CODE</a:t>
            </a:r>
            <a:endParaRPr lang="en-IN" sz="5000" b="0" u="none" strike="noStrike">
              <a:solidFill>
                <a:srgbClr val="000000"/>
              </a:solidFill>
              <a:effectLst/>
              <a:uFillTx/>
              <a:latin typeface="Arial"/>
            </a:endParaRPr>
          </a:p>
        </p:txBody>
      </p:sp>
      <p:sp>
        <p:nvSpPr>
          <p:cNvPr id="166" name="Rectangle 15">
            <a:extLst>
              <a:ext uri="{C183D7F6-B498-43B3-948B-1728B52AA6E4}">
                <adec:decorative xmlns:adec="http://schemas.microsoft.com/office/drawing/2017/decorative" val="1"/>
              </a:ext>
            </a:extLst>
          </p:cNvPr>
          <p:cNvSpPr/>
          <p:nvPr/>
        </p:nvSpPr>
        <p:spPr>
          <a:xfrm>
            <a:off x="475200" y="-1063440"/>
            <a:ext cx="2128320" cy="851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cxnSp>
        <p:nvCxnSpPr>
          <p:cNvPr id="167" name="Straight Connector 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68" name="PlaceHolder 2"/>
          <p:cNvSpPr>
            <a:spLocks noGrp="1"/>
          </p:cNvSpPr>
          <p:nvPr>
            <p:ph/>
          </p:nvPr>
        </p:nvSpPr>
        <p:spPr>
          <a:xfrm>
            <a:off x="3145320" y="-1024560"/>
            <a:ext cx="7922520" cy="8224560"/>
          </a:xfrm>
          <a:prstGeom prst="rect">
            <a:avLst/>
          </a:prstGeom>
          <a:noFill/>
          <a:ln w="0">
            <a:noFill/>
          </a:ln>
        </p:spPr>
        <p:txBody>
          <a:bodyPr lIns="45720" rIns="45720" tIns="45720" bIns="45720" anchor="t">
            <a:normAutofit fontScale="32500" lnSpcReduction="19999"/>
          </a:bodyPr>
          <a:p>
            <a:pPr indent="0">
              <a:spcBef>
                <a:spcPts val="1417"/>
              </a:spcBef>
              <a:buNone/>
            </a:pPr>
            <a:r>
              <a:rPr lang="en-IN" sz="3200" b="0" u="none" strike="noStrike">
                <a:solidFill>
                  <a:srgbClr val="000000"/>
                </a:solidFill>
                <a:effectLst/>
                <a:uFillTx/>
                <a:latin typeface="Arial"/>
              </a:rPr>
              <a:t> default:</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System.out.println("Invalid choice!");</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 while (choice != 6);</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static void addApplication()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ID: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int id = sc.nextInt();</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sc.nextLine(); // clear buffer</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Company Name: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String company = sc.nextLine();</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Role: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String role = sc.nextLine();</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Status (Applied/Interview/Rejected/Selected):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String status = sc.nextLine();</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list.add(new JobApplication(id, company, role, status));</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System.out.println("Application Added Successfully!");</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static void viewApplications()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if (list.isEmpty())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System.out.println("No applications found.");</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return;</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p:txBody>
      </p:sp>
      <p:pic>
        <p:nvPicPr>
          <p:cNvPr id="169" name="Picture 4"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70" name="Title 4"/>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16">
            <a:extLst>
              <a:ext uri="{C183D7F6-B498-43B3-948B-1728B52AA6E4}">
                <adec:decorative xmlns:adec="http://schemas.microsoft.com/office/drawing/2017/decorative" val="1"/>
              </a:ext>
            </a:extLst>
          </p:cNvPr>
          <p:cNvSpPr/>
          <p:nvPr/>
        </p:nvSpPr>
        <p:spPr>
          <a:xfrm>
            <a:off x="0" y="-2160000"/>
            <a:ext cx="12191400" cy="113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72" name="Rectangle 17">
            <a:extLst>
              <a:ext uri="{C183D7F6-B498-43B3-948B-1728B52AA6E4}">
                <adec:decorative xmlns:adec="http://schemas.microsoft.com/office/drawing/2017/decorative" val="1"/>
              </a:ext>
            </a:extLst>
          </p:cNvPr>
          <p:cNvSpPr/>
          <p:nvPr/>
        </p:nvSpPr>
        <p:spPr>
          <a:xfrm>
            <a:off x="2772720" y="-1027440"/>
            <a:ext cx="8947440" cy="8515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73" name="PlaceHolder 1"/>
          <p:cNvSpPr>
            <a:spLocks noGrp="1"/>
          </p:cNvSpPr>
          <p:nvPr>
            <p:ph type="title"/>
          </p:nvPr>
        </p:nvSpPr>
        <p:spPr>
          <a:xfrm>
            <a:off x="3433320" y="-21636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SOURCE CODE</a:t>
            </a:r>
            <a:endParaRPr lang="en-IN" sz="5000" b="0" u="none" strike="noStrike">
              <a:solidFill>
                <a:srgbClr val="000000"/>
              </a:solidFill>
              <a:effectLst/>
              <a:uFillTx/>
              <a:latin typeface="Arial"/>
            </a:endParaRPr>
          </a:p>
        </p:txBody>
      </p:sp>
      <p:sp>
        <p:nvSpPr>
          <p:cNvPr id="174" name="Rectangle 18">
            <a:extLst>
              <a:ext uri="{C183D7F6-B498-43B3-948B-1728B52AA6E4}">
                <adec:decorative xmlns:adec="http://schemas.microsoft.com/office/drawing/2017/decorative" val="1"/>
              </a:ext>
            </a:extLst>
          </p:cNvPr>
          <p:cNvSpPr/>
          <p:nvPr/>
        </p:nvSpPr>
        <p:spPr>
          <a:xfrm>
            <a:off x="475200" y="-1063440"/>
            <a:ext cx="2128320" cy="8515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cxnSp>
        <p:nvCxnSpPr>
          <p:cNvPr id="175" name="Straight Connector 4">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76" name="PlaceHolder 2"/>
          <p:cNvSpPr>
            <a:spLocks noGrp="1"/>
          </p:cNvSpPr>
          <p:nvPr>
            <p:ph/>
          </p:nvPr>
        </p:nvSpPr>
        <p:spPr>
          <a:xfrm>
            <a:off x="3145320" y="-1024560"/>
            <a:ext cx="7922520" cy="8224560"/>
          </a:xfrm>
          <a:prstGeom prst="rect">
            <a:avLst/>
          </a:prstGeom>
          <a:noFill/>
          <a:ln w="0">
            <a:noFill/>
          </a:ln>
        </p:spPr>
        <p:txBody>
          <a:bodyPr lIns="45720" rIns="45720" tIns="45720" bIns="45720" anchor="t">
            <a:normAutofit fontScale="40000" lnSpcReduction="19999"/>
          </a:bodyPr>
          <a:p>
            <a:pPr indent="0">
              <a:spcBef>
                <a:spcPts val="1417"/>
              </a:spcBef>
              <a:buNone/>
            </a:pPr>
            <a:r>
              <a:rPr lang="en-IN" sz="3200" b="0" u="none" strike="noStrike">
                <a:solidFill>
                  <a:srgbClr val="000000"/>
                </a:solidFill>
                <a:effectLst/>
                <a:uFillTx/>
                <a:latin typeface="Arial"/>
              </a:rPr>
              <a:t>  System.out.println("\n--- All Applications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for (JobApplication app : list)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app.display();</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static void updateStatus()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Application ID: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int id = sc.nextInt();</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for (JobApplication app : list)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if (app.id == id)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sc.nextLine();</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System.out.print("Enter New Status: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String newStatus = sc.nextLine();</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app.status = newStatus;</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System.out.println("Status Updated Successfully!");</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return;</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System.out.println("Application not found.");</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a:p>
            <a:pPr indent="0">
              <a:spcBef>
                <a:spcPts val="1417"/>
              </a:spcBef>
              <a:buNone/>
            </a:pP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static void deleteApplication() {</a:t>
            </a:r>
            <a:endParaRPr lang="en-IN" sz="3200" b="0" u="none" strike="noStrike">
              <a:solidFill>
                <a:srgbClr val="000000"/>
              </a:solidFill>
              <a:effectLst/>
              <a:uFillTx/>
              <a:latin typeface="Arial"/>
            </a:endParaRPr>
          </a:p>
          <a:p>
            <a:pPr indent="0">
              <a:spcBef>
                <a:spcPts val="1417"/>
              </a:spcBef>
              <a:buNone/>
            </a:pPr>
            <a:r>
              <a:rPr lang="en-IN" sz="3200" b="0" u="none" strike="noStrike">
                <a:solidFill>
                  <a:srgbClr val="000000"/>
                </a:solidFill>
                <a:effectLst/>
                <a:uFillTx/>
                <a:latin typeface="Arial"/>
              </a:rPr>
              <a:t>     </a:t>
            </a:r>
            <a:endParaRPr lang="en-IN" sz="3200" b="0" u="none" strike="noStrike">
              <a:solidFill>
                <a:srgbClr val="000000"/>
              </a:solidFill>
              <a:effectLst/>
              <a:uFillTx/>
              <a:latin typeface="Arial"/>
            </a:endParaRPr>
          </a:p>
        </p:txBody>
      </p:sp>
      <p:pic>
        <p:nvPicPr>
          <p:cNvPr id="177" name="Picture 7"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78" name="Title 5"/>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Rectangle 19">
            <a:extLst>
              <a:ext uri="{C183D7F6-B498-43B3-948B-1728B52AA6E4}">
                <adec:decorative xmlns:adec="http://schemas.microsoft.com/office/drawing/2017/decorative" val="1"/>
              </a:ext>
            </a:extLst>
          </p:cNvPr>
          <p:cNvSpPr/>
          <p:nvPr/>
        </p:nvSpPr>
        <p:spPr>
          <a:xfrm>
            <a:off x="0" y="-2160000"/>
            <a:ext cx="12191400" cy="113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80" name="Rectangle 20">
            <a:extLst>
              <a:ext uri="{C183D7F6-B498-43B3-948B-1728B52AA6E4}">
                <adec:decorative xmlns:adec="http://schemas.microsoft.com/office/drawing/2017/decorative" val="1"/>
              </a:ext>
            </a:extLst>
          </p:cNvPr>
          <p:cNvSpPr/>
          <p:nvPr/>
        </p:nvSpPr>
        <p:spPr>
          <a:xfrm>
            <a:off x="2772720" y="-1027440"/>
            <a:ext cx="8947440" cy="8767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sp>
        <p:nvSpPr>
          <p:cNvPr id="181" name="PlaceHolder 1"/>
          <p:cNvSpPr>
            <a:spLocks noGrp="1"/>
          </p:cNvSpPr>
          <p:nvPr>
            <p:ph type="title"/>
          </p:nvPr>
        </p:nvSpPr>
        <p:spPr>
          <a:xfrm>
            <a:off x="3433320" y="-21636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SOURCE CODE</a:t>
            </a:r>
            <a:endParaRPr lang="en-IN" sz="5000" b="0" u="none" strike="noStrike">
              <a:solidFill>
                <a:srgbClr val="000000"/>
              </a:solidFill>
              <a:effectLst/>
              <a:uFillTx/>
              <a:latin typeface="Arial"/>
            </a:endParaRPr>
          </a:p>
        </p:txBody>
      </p:sp>
      <p:sp>
        <p:nvSpPr>
          <p:cNvPr id="182" name="Rectangle 21">
            <a:extLst>
              <a:ext uri="{C183D7F6-B498-43B3-948B-1728B52AA6E4}">
                <adec:decorative xmlns:adec="http://schemas.microsoft.com/office/drawing/2017/decorative" val="1"/>
              </a:ext>
            </a:extLst>
          </p:cNvPr>
          <p:cNvSpPr/>
          <p:nvPr/>
        </p:nvSpPr>
        <p:spPr>
          <a:xfrm>
            <a:off x="475200" y="-1063440"/>
            <a:ext cx="2128320" cy="880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Tw Cen MT"/>
            </a:endParaRPr>
          </a:p>
        </p:txBody>
      </p:sp>
      <p:cxnSp>
        <p:nvCxnSpPr>
          <p:cNvPr id="183" name="Straight Connector 5">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84" name="PlaceHolder 2"/>
          <p:cNvSpPr>
            <a:spLocks noGrp="1"/>
          </p:cNvSpPr>
          <p:nvPr>
            <p:ph/>
          </p:nvPr>
        </p:nvSpPr>
        <p:spPr>
          <a:xfrm>
            <a:off x="3145320" y="-1024560"/>
            <a:ext cx="8194680" cy="8764560"/>
          </a:xfrm>
          <a:prstGeom prst="rect">
            <a:avLst/>
          </a:prstGeom>
          <a:noFill/>
          <a:ln w="0">
            <a:noFill/>
          </a:ln>
        </p:spPr>
        <p:txBody>
          <a:bodyPr lIns="45720" rIns="45720" tIns="45720" bIns="45720" anchor="t">
            <a:normAutofit fontScale="70000" lnSpcReduction="19999"/>
          </a:bodyPr>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System.out.print("Enter Application ID: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int id = sc.nextInt();</a:t>
            </a:r>
            <a:endParaRPr lang="en-IN" sz="1050" b="0" u="none" strike="noStrike">
              <a:solidFill>
                <a:srgbClr val="000000"/>
              </a:solidFill>
              <a:effectLst/>
              <a:uFillTx/>
              <a:latin typeface="Arial"/>
            </a:endParaRPr>
          </a:p>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Iterator&lt;JobApplication&gt; it = list.iterator();</a:t>
            </a:r>
            <a:endParaRPr lang="en-IN" sz="1050" b="0" u="none" strike="noStrike">
              <a:solidFill>
                <a:srgbClr val="000000"/>
              </a:solidFill>
              <a:effectLst/>
              <a:uFillTx/>
              <a:latin typeface="Arial"/>
            </a:endParaRPr>
          </a:p>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while (it.hasNext())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JobApplication app = it.next();</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if (app.id == id)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it.remove();</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System.out.println("Application Deleted Successfully!");</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return;</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System.out.println("Application not found.");</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static void searchByCompany()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sc.nextLine();</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System.out.print("Enter Company Name: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String company = sc.nextLine();</a:t>
            </a:r>
            <a:endParaRPr lang="en-IN" sz="1050" b="0" u="none" strike="noStrike">
              <a:solidFill>
                <a:srgbClr val="000000"/>
              </a:solidFill>
              <a:effectLst/>
              <a:uFillTx/>
              <a:latin typeface="Arial"/>
            </a:endParaRPr>
          </a:p>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boolean found = false;</a:t>
            </a:r>
            <a:endParaRPr lang="en-IN" sz="1050" b="0" u="none" strike="noStrike">
              <a:solidFill>
                <a:srgbClr val="000000"/>
              </a:solidFill>
              <a:effectLst/>
              <a:uFillTx/>
              <a:latin typeface="Arial"/>
            </a:endParaRPr>
          </a:p>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for (JobApplication app : list)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if (app.company.equalsIgnoreCase(company))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app.display();</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found = true;</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if (!found)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System.out.println("No applications found for this company.");</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    }</a:t>
            </a:r>
            <a:endParaRPr lang="en-IN" sz="1050" b="0" u="none" strike="noStrike">
              <a:solidFill>
                <a:srgbClr val="000000"/>
              </a:solidFill>
              <a:effectLst/>
              <a:uFillTx/>
              <a:latin typeface="Arial"/>
            </a:endParaRPr>
          </a:p>
          <a:p>
            <a:pPr indent="0">
              <a:spcBef>
                <a:spcPts val="1417"/>
              </a:spcBef>
              <a:buNone/>
            </a:pPr>
            <a:r>
              <a:rPr lang="en-IN" sz="1050" b="0" u="none" strike="noStrike">
                <a:solidFill>
                  <a:srgbClr val="000000"/>
                </a:solidFill>
                <a:effectLst/>
                <a:uFillTx/>
                <a:latin typeface="Arial"/>
              </a:rPr>
              <a:t>}</a:t>
            </a:r>
            <a:endParaRPr lang="en-IN" sz="1050" b="0" u="none" strike="noStrike">
              <a:solidFill>
                <a:srgbClr val="000000"/>
              </a:solidFill>
              <a:effectLst/>
              <a:uFillTx/>
              <a:latin typeface="Arial"/>
            </a:endParaRPr>
          </a:p>
        </p:txBody>
      </p:sp>
      <p:pic>
        <p:nvPicPr>
          <p:cNvPr id="185" name="Picture 8"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86" name="Title 6"/>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88"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89"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Implementation</a:t>
            </a:r>
            <a:endParaRPr lang="en-IN" sz="5000" b="0" u="none" strike="noStrike">
              <a:solidFill>
                <a:srgbClr val="000000"/>
              </a:solidFill>
              <a:effectLst/>
              <a:uFillTx/>
              <a:latin typeface="Arial"/>
            </a:endParaRPr>
          </a:p>
        </p:txBody>
      </p:sp>
      <p:sp>
        <p:nvSpPr>
          <p:cNvPr id="190"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91"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192"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Technologies used:</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Java Programming</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Collections (ArrayList)</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OOP Concepts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Features implemented:</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Add application</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View applications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Update status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Delete application</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Search by company</a:t>
            </a:r>
            <a:endParaRPr lang="en-IN" sz="48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193"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194"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96" name="Rectangle 9">
            <a:extLst>
              <a:ext uri="{C183D7F6-B498-43B3-948B-1728B52AA6E4}">
                <adec:decorative xmlns:adec="http://schemas.microsoft.com/office/drawing/2017/decorative" val="1"/>
              </a:ext>
            </a:extLst>
          </p:cNvPr>
          <p:cNvSpPr/>
          <p:nvPr/>
        </p:nvSpPr>
        <p:spPr>
          <a:xfrm>
            <a:off x="2772720" y="484560"/>
            <a:ext cx="8947440" cy="63554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197" name="PlaceHolder 1"/>
          <p:cNvSpPr>
            <a:spLocks noGrp="1"/>
          </p:cNvSpPr>
          <p:nvPr>
            <p:ph type="title"/>
          </p:nvPr>
        </p:nvSpPr>
        <p:spPr>
          <a:xfrm>
            <a:off x="3469320" y="104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Output Screens</a:t>
            </a:r>
            <a:endParaRPr lang="en-IN" sz="5000" b="0" u="none" strike="noStrike">
              <a:solidFill>
                <a:srgbClr val="000000"/>
              </a:solidFill>
              <a:effectLst/>
              <a:uFillTx/>
              <a:latin typeface="Arial"/>
            </a:endParaRPr>
          </a:p>
        </p:txBody>
      </p:sp>
      <p:sp>
        <p:nvSpPr>
          <p:cNvPr id="198"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199"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200" name="PlaceHolder 2"/>
          <p:cNvSpPr>
            <a:spLocks noGrp="1"/>
          </p:cNvSpPr>
          <p:nvPr>
            <p:ph/>
          </p:nvPr>
        </p:nvSpPr>
        <p:spPr>
          <a:xfrm>
            <a:off x="3597480" y="216000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201"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202"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pic>
        <p:nvPicPr>
          <p:cNvPr id="203" name=""/>
          <p:cNvPicPr/>
          <p:nvPr/>
        </p:nvPicPr>
        <p:blipFill>
          <a:blip r:embed="rId2"/>
          <a:stretch/>
        </p:blipFill>
        <p:spPr>
          <a:xfrm>
            <a:off x="3213720" y="1229040"/>
            <a:ext cx="3446280" cy="2010960"/>
          </a:xfrm>
          <a:prstGeom prst="rect">
            <a:avLst/>
          </a:prstGeom>
          <a:noFill/>
          <a:ln w="0">
            <a:noFill/>
          </a:ln>
        </p:spPr>
      </p:pic>
      <p:pic>
        <p:nvPicPr>
          <p:cNvPr id="204" name=""/>
          <p:cNvPicPr/>
          <p:nvPr/>
        </p:nvPicPr>
        <p:blipFill>
          <a:blip r:embed="rId3"/>
          <a:stretch/>
        </p:blipFill>
        <p:spPr>
          <a:xfrm>
            <a:off x="3142440" y="5940000"/>
            <a:ext cx="4777560" cy="868320"/>
          </a:xfrm>
          <a:prstGeom prst="rect">
            <a:avLst/>
          </a:prstGeom>
          <a:noFill/>
          <a:ln w="0">
            <a:noFill/>
          </a:ln>
        </p:spPr>
      </p:pic>
      <p:pic>
        <p:nvPicPr>
          <p:cNvPr id="205" name=""/>
          <p:cNvPicPr/>
          <p:nvPr/>
        </p:nvPicPr>
        <p:blipFill>
          <a:blip r:embed="rId4"/>
          <a:stretch/>
        </p:blipFill>
        <p:spPr>
          <a:xfrm>
            <a:off x="3204000" y="3361320"/>
            <a:ext cx="2658960" cy="25066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Rectangle 7">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07" name="Rectangle 9">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08"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Results &amp; Discussion</a:t>
            </a:r>
            <a:endParaRPr lang="en-IN" sz="5000" b="0" u="none" strike="noStrike">
              <a:solidFill>
                <a:srgbClr val="000000"/>
              </a:solidFill>
              <a:effectLst/>
              <a:uFillTx/>
              <a:latin typeface="Arial"/>
            </a:endParaRPr>
          </a:p>
        </p:txBody>
      </p:sp>
      <p:sp>
        <p:nvSpPr>
          <p:cNvPr id="209" name="Rectangle 11">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210" name="Straight Connector 13">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211"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Successfully created job tracking system.</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Users can:</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Store application details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Track status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Search and update records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1" u="none" strike="noStrike">
                <a:solidFill>
                  <a:srgbClr val="ffffff"/>
                </a:solidFill>
                <a:effectLst/>
                <a:uFillTx/>
                <a:latin typeface="Tw Cen MT"/>
              </a:rPr>
              <a:t>Challenges faced:</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Managing data using collections</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Handling user input</a:t>
            </a:r>
            <a:endParaRPr lang="en-IN" sz="4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4800" b="0" u="none" strike="noStrike">
                <a:solidFill>
                  <a:srgbClr val="ffffff"/>
                </a:solidFill>
                <a:effectLst/>
                <a:uFillTx/>
                <a:latin typeface="Tw Cen MT"/>
              </a:rPr>
              <a:t>System helps students organize job applications.</a:t>
            </a:r>
            <a:endParaRPr lang="en-IN" sz="48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1800" b="0" u="none" strike="noStrike">
                <a:solidFill>
                  <a:srgbClr val="ffffff"/>
                </a:solidFill>
                <a:effectLst/>
                <a:uFillTx/>
                <a:latin typeface="Tw Cen MT"/>
              </a:rPr>
              <a:t> </a:t>
            </a:r>
            <a:endParaRPr lang="en-IN" sz="1800" b="0" u="none" strike="noStrike">
              <a:solidFill>
                <a:srgbClr val="000000"/>
              </a:solidFill>
              <a:effectLst/>
              <a:uFillTx/>
              <a:latin typeface="Arial"/>
            </a:endParaRPr>
          </a:p>
        </p:txBody>
      </p:sp>
      <p:pic>
        <p:nvPicPr>
          <p:cNvPr id="212"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213"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15"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16"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Conclusion &amp; Future Enhancement</a:t>
            </a:r>
            <a:endParaRPr lang="en-IN" sz="5000" b="0" u="none" strike="noStrike">
              <a:solidFill>
                <a:srgbClr val="000000"/>
              </a:solidFill>
              <a:effectLst/>
              <a:uFillTx/>
              <a:latin typeface="Arial"/>
            </a:endParaRPr>
          </a:p>
        </p:txBody>
      </p:sp>
      <p:sp>
        <p:nvSpPr>
          <p:cNvPr id="217"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218"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219"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tabLst>
                <a:tab algn="l" pos="0"/>
              </a:tabLst>
            </a:pPr>
            <a:endParaRPr lang="en-IN" sz="54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5400" b="0" u="none" strike="noStrike">
                <a:solidFill>
                  <a:srgbClr val="ffffff"/>
                </a:solidFill>
                <a:effectLst/>
                <a:uFillTx/>
                <a:latin typeface="Tw Cen MT"/>
              </a:rPr>
              <a:t>Conclusion:</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Project meets objectives</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Improves data management skills</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Simple and effective system </a:t>
            </a:r>
            <a:endParaRPr lang="en-IN" sz="5400" b="0" u="none" strike="noStrike">
              <a:solidFill>
                <a:srgbClr val="000000"/>
              </a:solidFill>
              <a:effectLst/>
              <a:uFillTx/>
              <a:latin typeface="Arial"/>
            </a:endParaRPr>
          </a:p>
          <a:p>
            <a:pPr indent="0" defTabSz="914400">
              <a:lnSpc>
                <a:spcPct val="90000"/>
              </a:lnSpc>
              <a:spcBef>
                <a:spcPts val="1199"/>
              </a:spcBef>
              <a:spcAft>
                <a:spcPts val="201"/>
              </a:spcAft>
              <a:buNone/>
              <a:tabLst>
                <a:tab algn="l" pos="0"/>
              </a:tabLst>
            </a:pPr>
            <a:endParaRPr lang="en-IN" sz="54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5400" b="0" u="none" strike="noStrike">
                <a:solidFill>
                  <a:srgbClr val="ffffff"/>
                </a:solidFill>
                <a:effectLst/>
                <a:uFillTx/>
                <a:latin typeface="Tw Cen MT"/>
              </a:rPr>
              <a:t>Future Enhancements:</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Add GUI interface</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Add database (MySQL)</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Add reminders/notifications</a:t>
            </a:r>
            <a:endParaRPr lang="en-IN" sz="54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5400" b="0" u="none" strike="noStrike">
                <a:solidFill>
                  <a:srgbClr val="ffffff"/>
                </a:solidFill>
                <a:effectLst/>
                <a:uFillTx/>
                <a:latin typeface="Tw Cen MT"/>
              </a:rPr>
              <a:t>Export reports</a:t>
            </a:r>
            <a:endParaRPr lang="en-IN" sz="5400" b="0" u="none" strike="noStrike">
              <a:solidFill>
                <a:srgbClr val="000000"/>
              </a:solidFill>
              <a:effectLst/>
              <a:uFillTx/>
              <a:latin typeface="Arial"/>
            </a:endParaRPr>
          </a:p>
          <a:p>
            <a:pPr marL="91440" indent="0" defTabSz="914400">
              <a:lnSpc>
                <a:spcPct val="90000"/>
              </a:lnSpc>
              <a:spcBef>
                <a:spcPts val="1191"/>
              </a:spcBef>
              <a:spcAft>
                <a:spcPts val="992"/>
              </a:spcAft>
              <a:buNone/>
              <a:tabLst>
                <a:tab algn="l" pos="0"/>
              </a:tabLst>
            </a:pPr>
            <a:r>
              <a:rPr lang="en-US" sz="5400" b="0" u="none" strike="noStrike">
                <a:solidFill>
                  <a:srgbClr val="ffffff"/>
                </a:solidFill>
                <a:effectLst/>
                <a:uFillTx/>
                <a:latin typeface="Tw Cen MT"/>
              </a:rPr>
              <a:t> </a:t>
            </a:r>
            <a:endParaRPr lang="en-IN" sz="5400" b="0" u="none" strike="noStrike">
              <a:solidFill>
                <a:srgbClr val="000000"/>
              </a:solidFill>
              <a:effectLst/>
              <a:uFillTx/>
              <a:latin typeface="Arial"/>
            </a:endParaRPr>
          </a:p>
        </p:txBody>
      </p:sp>
      <p:pic>
        <p:nvPicPr>
          <p:cNvPr id="220"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221"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23" name="Rectangle 5">
            <a:extLst>
              <a:ext uri="{C183D7F6-B498-43B3-948B-1728B52AA6E4}">
                <adec:decorative xmlns:adec="http://schemas.microsoft.com/office/drawing/2017/decorative" val="1"/>
              </a:ext>
            </a:extLst>
          </p:cNvPr>
          <p:cNvSpPr/>
          <p:nvPr/>
        </p:nvSpPr>
        <p:spPr>
          <a:xfrm>
            <a:off x="2772720" y="484560"/>
            <a:ext cx="8947440" cy="588024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24" name="PlaceHolder 1"/>
          <p:cNvSpPr>
            <a:spLocks noGrp="1"/>
          </p:cNvSpPr>
          <p:nvPr>
            <p:ph type="title"/>
          </p:nvPr>
        </p:nvSpPr>
        <p:spPr>
          <a:xfrm>
            <a:off x="3469320" y="788400"/>
            <a:ext cx="79225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References / Acknowledgement</a:t>
            </a:r>
            <a:endParaRPr lang="en-IN" sz="5000" b="0" u="none" strike="noStrike">
              <a:solidFill>
                <a:srgbClr val="000000"/>
              </a:solidFill>
              <a:effectLst/>
              <a:uFillTx/>
              <a:latin typeface="Arial"/>
            </a:endParaRPr>
          </a:p>
        </p:txBody>
      </p:sp>
      <p:sp>
        <p:nvSpPr>
          <p:cNvPr id="225" name="Rectangle 6">
            <a:extLst>
              <a:ext uri="{C183D7F6-B498-43B3-948B-1728B52AA6E4}">
                <adec:decorative xmlns:adec="http://schemas.microsoft.com/office/drawing/2017/decorative" val="1"/>
              </a:ext>
            </a:extLst>
          </p:cNvPr>
          <p:cNvSpPr/>
          <p:nvPr/>
        </p:nvSpPr>
        <p:spPr>
          <a:xfrm>
            <a:off x="475200" y="484560"/>
            <a:ext cx="2128320" cy="5880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cxnSp>
        <p:nvCxnSpPr>
          <p:cNvPr id="226" name="Straight Connector 8">
            <a:extLst>
              <a:ext uri="{C183D7F6-B498-43B3-948B-1728B52AA6E4}">
                <adec:decorative xmlns:adec="http://schemas.microsoft.com/office/drawing/2017/decorative" val="1"/>
              </a:ext>
            </a:extLst>
          </p:cNvPr>
          <p:cNvCxnSpPr/>
          <p:nvPr/>
        </p:nvCxnSpPr>
        <p:spPr>
          <a:xfrm flipV="1">
            <a:off x="3206880" y="1029240"/>
            <a:ext cx="720" cy="915120"/>
          </a:xfrm>
          <a:prstGeom prst="straightConnector1">
            <a:avLst/>
          </a:prstGeom>
          <a:ln w="19050">
            <a:solidFill>
              <a:schemeClr val="accent1">
                <a:alpha val="80000"/>
              </a:schemeClr>
            </a:solidFill>
            <a:round/>
          </a:ln>
        </p:spPr>
      </p:cxnSp>
      <p:sp>
        <p:nvSpPr>
          <p:cNvPr id="227" name="PlaceHolder 2"/>
          <p:cNvSpPr>
            <a:spLocks noGrp="1"/>
          </p:cNvSpPr>
          <p:nvPr>
            <p:ph/>
          </p:nvPr>
        </p:nvSpPr>
        <p:spPr>
          <a:xfrm>
            <a:off x="3469320" y="2489040"/>
            <a:ext cx="7922520" cy="35539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1800" b="0" u="none" strike="noStrike">
                <a:solidFill>
                  <a:srgbClr val="ffffff"/>
                </a:solidFill>
                <a:effectLst/>
                <a:uFillTx/>
                <a:latin typeface="Tw Cen MT"/>
              </a:rPr>
              <a:t>References:</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Java Programming – E. Balagurusamy</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Oracle Java Documentation</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Online tutorials </a:t>
            </a:r>
            <a:endParaRPr lang="en-IN" sz="18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1800" b="0" u="none" strike="noStrike">
                <a:solidFill>
                  <a:srgbClr val="ffffff"/>
                </a:solidFill>
                <a:effectLst/>
                <a:uFillTx/>
                <a:latin typeface="Tw Cen MT"/>
              </a:rPr>
              <a:t>Acknowledgement:</a:t>
            </a:r>
            <a:endParaRPr lang="en-IN" sz="1800" b="0" u="none" strike="noStrike">
              <a:solidFill>
                <a:srgbClr val="000000"/>
              </a:solidFill>
              <a:effectLst/>
              <a:uFillTx/>
              <a:latin typeface="Arial"/>
            </a:endParaRPr>
          </a:p>
          <a:p>
            <a:pPr marL="91440" indent="-91440" defTabSz="914400">
              <a:lnSpc>
                <a:spcPct val="90000"/>
              </a:lnSpc>
              <a:spcBef>
                <a:spcPts val="1191"/>
              </a:spcBef>
              <a:spcAft>
                <a:spcPts val="992"/>
              </a:spcAft>
              <a:buClr>
                <a:srgbClr val="1cade4"/>
              </a:buClr>
              <a:buFont typeface="Tw Cen MT"/>
              <a:buChar char=" "/>
              <a:tabLst>
                <a:tab algn="l" pos="0"/>
              </a:tabLst>
            </a:pPr>
            <a:r>
              <a:rPr lang="en-US" sz="1800" b="0" u="none" strike="noStrike">
                <a:solidFill>
                  <a:srgbClr val="ffffff"/>
                </a:solidFill>
                <a:effectLst/>
                <a:uFillTx/>
                <a:latin typeface="Tw Cen MT"/>
              </a:rPr>
              <a:t>Thanks to guide and department </a:t>
            </a:r>
            <a:endParaRPr lang="en-IN" sz="1800" b="0" u="none" strike="noStrike">
              <a:solidFill>
                <a:srgbClr val="000000"/>
              </a:solidFill>
              <a:effectLst/>
              <a:uFillTx/>
              <a:latin typeface="Arial"/>
            </a:endParaRPr>
          </a:p>
        </p:txBody>
      </p:sp>
      <p:pic>
        <p:nvPicPr>
          <p:cNvPr id="228" name="Picture 3" descr="A blue and red logo&#10;&#10;AI-generated content may be incorrect."/>
          <p:cNvPicPr/>
          <p:nvPr/>
        </p:nvPicPr>
        <p:blipFill>
          <a:blip r:embed="rId1"/>
          <a:stretch/>
        </p:blipFill>
        <p:spPr>
          <a:xfrm>
            <a:off x="566280" y="654840"/>
            <a:ext cx="1877400" cy="468720"/>
          </a:xfrm>
          <a:prstGeom prst="rect">
            <a:avLst/>
          </a:prstGeom>
          <a:noFill/>
          <a:ln w="0">
            <a:noFill/>
          </a:ln>
        </p:spPr>
      </p:pic>
      <p:sp>
        <p:nvSpPr>
          <p:cNvPr id="229" name="Title 1"/>
          <p:cNvSpPr/>
          <p:nvPr/>
        </p:nvSpPr>
        <p:spPr>
          <a:xfrm>
            <a:off x="566280" y="590040"/>
            <a:ext cx="1877400" cy="56124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80000"/>
              </a:lnSpc>
            </a:pPr>
            <a:r>
              <a:rPr lang="en-IN" sz="2000" b="0" u="none" spc="99" strike="noStrike" cap="all">
                <a:solidFill>
                  <a:srgbClr val="ffffff"/>
                </a:solidFill>
                <a:effectLst/>
                <a:uFillTx/>
                <a:latin typeface="Tw Cen MT Condensed"/>
              </a:rPr>
              <a:t>JAVA Programming Project Presentation</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Rectangle 4">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31" name="Rectangle 5">
            <a:extLst>
              <a:ext uri="{C183D7F6-B498-43B3-948B-1728B52AA6E4}">
                <adec:decorative xmlns:adec="http://schemas.microsoft.com/office/drawing/2017/decorative" val="1"/>
              </a:ext>
            </a:extLst>
          </p:cNvPr>
          <p:cNvSpPr/>
          <p:nvPr/>
        </p:nvSpPr>
        <p:spPr>
          <a:xfrm>
            <a:off x="327600" y="321840"/>
            <a:ext cx="11550600" cy="6213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Tw Cen MT"/>
            </a:endParaRPr>
          </a:p>
        </p:txBody>
      </p:sp>
      <p:sp>
        <p:nvSpPr>
          <p:cNvPr id="232" name="PlaceHolder 1"/>
          <p:cNvSpPr>
            <a:spLocks noGrp="1"/>
          </p:cNvSpPr>
          <p:nvPr>
            <p:ph type="title"/>
          </p:nvPr>
        </p:nvSpPr>
        <p:spPr>
          <a:xfrm>
            <a:off x="1024200" y="585360"/>
            <a:ext cx="10329120" cy="1499040"/>
          </a:xfrm>
          <a:prstGeom prst="rect">
            <a:avLst/>
          </a:prstGeom>
          <a:noFill/>
          <a:ln w="0">
            <a:noFill/>
          </a:ln>
        </p:spPr>
        <p:txBody>
          <a:bodyPr lIns="91440" rIns="91440" tIns="45720" bIns="45720" anchor="ctr">
            <a:normAutofit/>
          </a:bodyPr>
          <a:p>
            <a:pPr indent="0" defTabSz="914400">
              <a:lnSpc>
                <a:spcPct val="80000"/>
              </a:lnSpc>
              <a:buNone/>
              <a:tabLst>
                <a:tab algn="l" pos="0"/>
              </a:tabLst>
            </a:pPr>
            <a:r>
              <a:rPr lang="en-IN" sz="5000" b="0" u="none" spc="99" strike="noStrike" cap="all">
                <a:solidFill>
                  <a:srgbClr val="ffffff"/>
                </a:solidFill>
                <a:effectLst/>
                <a:uFillTx/>
                <a:latin typeface="Tw Cen MT Condensed"/>
              </a:rPr>
              <a:t>Thank You</a:t>
            </a:r>
            <a:endParaRPr lang="en-IN" sz="5000" b="0" u="none" strike="noStrike">
              <a:solidFill>
                <a:srgbClr val="000000"/>
              </a:solidFill>
              <a:effectLst/>
              <a:uFillTx/>
              <a:latin typeface="Arial"/>
            </a:endParaRPr>
          </a:p>
        </p:txBody>
      </p:sp>
      <p:cxnSp>
        <p:nvCxnSpPr>
          <p:cNvPr id="233" name="Straight Connector 11">
            <a:extLst>
              <a:ext uri="{C183D7F6-B498-43B3-948B-1728B52AA6E4}">
                <adec:decorative xmlns:adec="http://schemas.microsoft.com/office/drawing/2017/decorative" val="1"/>
              </a:ext>
            </a:extLst>
          </p:cNvPr>
          <p:cNvCxnSpPr/>
          <p:nvPr/>
        </p:nvCxnSpPr>
        <p:spPr>
          <a:xfrm flipV="1">
            <a:off x="761760" y="826200"/>
            <a:ext cx="720" cy="915120"/>
          </a:xfrm>
          <a:prstGeom prst="straightConnector1">
            <a:avLst/>
          </a:prstGeom>
          <a:ln w="19050">
            <a:solidFill>
              <a:srgbClr val="d2effa"/>
            </a:solidFill>
            <a:round/>
          </a:ln>
        </p:spPr>
      </p:cxnSp>
      <p:sp>
        <p:nvSpPr>
          <p:cNvPr id="234" name="PlaceHolder 2"/>
          <p:cNvSpPr>
            <a:spLocks noGrp="1"/>
          </p:cNvSpPr>
          <p:nvPr>
            <p:ph/>
          </p:nvPr>
        </p:nvSpPr>
        <p:spPr>
          <a:xfrm>
            <a:off x="1024200" y="2286000"/>
            <a:ext cx="10329120" cy="38620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endParaRPr lang="en-IN" sz="2200" b="0" u="none" strike="noStrike">
              <a:solidFill>
                <a:srgbClr val="000000"/>
              </a:solidFill>
              <a:effectLst/>
              <a:uFillTx/>
              <a:latin typeface="Arial"/>
            </a:endParaRPr>
          </a:p>
          <a:p>
            <a:pPr marL="91440" indent="0" defTabSz="914400">
              <a:lnSpc>
                <a:spcPct val="90000"/>
              </a:lnSpc>
              <a:spcBef>
                <a:spcPts val="1199"/>
              </a:spcBef>
              <a:spcAft>
                <a:spcPts val="201"/>
              </a:spcAft>
              <a:buNone/>
              <a:tabLst>
                <a:tab algn="l" pos="0"/>
              </a:tabLst>
            </a:pPr>
            <a:r>
              <a:rPr lang="en-US" sz="1800" b="0" u="none" strike="noStrike">
                <a:solidFill>
                  <a:srgbClr val="ffffff"/>
                </a:solidFill>
                <a:effectLst/>
                <a:uFillTx/>
                <a:latin typeface="Tw Cen MT"/>
                <a:ea typeface="Microsoft YaHei"/>
              </a:rPr>
              <a:t> </a:t>
            </a:r>
            <a:endParaRPr lang="en-IN" sz="1800" b="0" u="none" strike="noStrike">
              <a:solidFill>
                <a:srgbClr val="000000"/>
              </a:solidFill>
              <a:effectLst/>
              <a:uFillTx/>
              <a:latin typeface="Arial"/>
            </a:endParaRPr>
          </a:p>
          <a:p>
            <a:pPr marL="91440" indent="-91440" defTabSz="914400">
              <a:lnSpc>
                <a:spcPct val="90000"/>
              </a:lnSpc>
              <a:spcBef>
                <a:spcPts val="1199"/>
              </a:spcBef>
              <a:spcAft>
                <a:spcPts val="201"/>
              </a:spcAft>
              <a:buClr>
                <a:srgbClr val="1cade4"/>
              </a:buClr>
              <a:buFont typeface="Tw Cen MT"/>
              <a:buChar char=" "/>
              <a:tabLst>
                <a:tab algn="l" pos="0"/>
              </a:tabLst>
            </a:pPr>
            <a:r>
              <a:rPr lang="en-US" sz="1800" b="0" u="none" strike="noStrike">
                <a:solidFill>
                  <a:srgbClr val="ffffff"/>
                </a:solidFill>
                <a:effectLst/>
                <a:uFillTx/>
                <a:latin typeface="Tw Cen MT"/>
                <a:ea typeface="Microsoft YaHei"/>
              </a:rPr>
              <a:t>Questions &amp; Discussions</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blip r:embed="rId1"/>
          <a:srcRect l="0" t="0" r="0" b="0"/>
          <a:tile tx="0" ty="0" sx="40000" sy="40000" flip="none" algn="tl"/>
        </a:blip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28</TotalTime>
  <Application>LibreOffice/25.8.5.2$Windows_X86_64 LibreOffice_project/9c8b85f387cc00a89945a79c9e6239f32e450ac2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2026-04-14T22:49:14Z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